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2.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3.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8"/>
  </p:notesMasterIdLst>
  <p:sldIdLst>
    <p:sldId id="456" r:id="rId3"/>
    <p:sldId id="457" r:id="rId4"/>
    <p:sldId id="458" r:id="rId5"/>
    <p:sldId id="256" r:id="rId6"/>
    <p:sldId id="258" r:id="rId7"/>
    <p:sldId id="259" r:id="rId8"/>
    <p:sldId id="260" r:id="rId9"/>
    <p:sldId id="261" r:id="rId10"/>
    <p:sldId id="262" r:id="rId11"/>
    <p:sldId id="263" r:id="rId12"/>
    <p:sldId id="264" r:id="rId13"/>
    <p:sldId id="265" r:id="rId14"/>
    <p:sldId id="266" r:id="rId15"/>
    <p:sldId id="267" r:id="rId16"/>
    <p:sldId id="459" r:id="rId17"/>
    <p:sldId id="272" r:id="rId18"/>
    <p:sldId id="273" r:id="rId19"/>
    <p:sldId id="274" r:id="rId20"/>
    <p:sldId id="275" r:id="rId21"/>
    <p:sldId id="276" r:id="rId22"/>
    <p:sldId id="268" r:id="rId23"/>
    <p:sldId id="269" r:id="rId24"/>
    <p:sldId id="270" r:id="rId25"/>
    <p:sldId id="271" r:id="rId26"/>
    <p:sldId id="460" r:id="rId27"/>
  </p:sldIdLst>
  <p:sldSz cx="12192000" cy="6858000"/>
  <p:notesSz cx="6858000" cy="9144000"/>
  <p:defaultText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EBFBD9-888A-4824-B544-E2BBB1397583}" v="29" dt="2025-07-06T19:27:49.4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6" autoAdjust="0"/>
    <p:restoredTop sz="56658" autoAdjust="0"/>
  </p:normalViewPr>
  <p:slideViewPr>
    <p:cSldViewPr snapToGrid="0">
      <p:cViewPr varScale="1">
        <p:scale>
          <a:sx n="48" d="100"/>
          <a:sy n="48" d="100"/>
        </p:scale>
        <p:origin x="203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Amin Adoul" userId="44af6b04-1b3d-4beb-a4cb-a99c5fa9312d" providerId="ADAL" clId="{F30DF547-F676-4ED5-B404-6A5F82CA1EE5}"/>
    <pc:docChg chg="modSld">
      <pc:chgData name="Mohammed Amin Adoul" userId="44af6b04-1b3d-4beb-a4cb-a99c5fa9312d" providerId="ADAL" clId="{F30DF547-F676-4ED5-B404-6A5F82CA1EE5}" dt="2025-06-16T09:19:39.557" v="8" actId="20577"/>
      <pc:docMkLst>
        <pc:docMk/>
      </pc:docMkLst>
      <pc:sldChg chg="modSp mod">
        <pc:chgData name="Mohammed Amin Adoul" userId="44af6b04-1b3d-4beb-a4cb-a99c5fa9312d" providerId="ADAL" clId="{F30DF547-F676-4ED5-B404-6A5F82CA1EE5}" dt="2025-06-16T09:19:39.557" v="8" actId="20577"/>
        <pc:sldMkLst>
          <pc:docMk/>
          <pc:sldMk cId="0" sldId="456"/>
        </pc:sldMkLst>
        <pc:spChg chg="mod">
          <ac:chgData name="Mohammed Amin Adoul" userId="44af6b04-1b3d-4beb-a4cb-a99c5fa9312d" providerId="ADAL" clId="{F30DF547-F676-4ED5-B404-6A5F82CA1EE5}" dt="2025-06-16T09:19:39.557" v="8" actId="20577"/>
          <ac:spMkLst>
            <pc:docMk/>
            <pc:sldMk cId="0" sldId="456"/>
            <ac:spMk id="10" creationId="{00000000-0000-0000-0000-000000000000}"/>
          </ac:spMkLst>
        </pc:spChg>
      </pc:sldChg>
    </pc:docChg>
  </pc:docChgLst>
  <pc:docChgLst>
    <pc:chgData name="Mohammed Amin Adoul" userId="44af6b04-1b3d-4beb-a4cb-a99c5fa9312d" providerId="ADAL" clId="{EBC8110E-AEEB-44AB-A987-73D0F0EFE21E}"/>
    <pc:docChg chg="modSld">
      <pc:chgData name="Mohammed Amin Adoul" userId="44af6b04-1b3d-4beb-a4cb-a99c5fa9312d" providerId="ADAL" clId="{EBC8110E-AEEB-44AB-A987-73D0F0EFE21E}" dt="2025-07-07T08:23:57.615" v="0" actId="20577"/>
      <pc:docMkLst>
        <pc:docMk/>
      </pc:docMkLst>
      <pc:sldChg chg="modNotesTx">
        <pc:chgData name="Mohammed Amin Adoul" userId="44af6b04-1b3d-4beb-a4cb-a99c5fa9312d" providerId="ADAL" clId="{EBC8110E-AEEB-44AB-A987-73D0F0EFE21E}" dt="2025-07-07T08:23:57.615" v="0" actId="20577"/>
        <pc:sldMkLst>
          <pc:docMk/>
          <pc:sldMk cId="0" sldId="456"/>
        </pc:sldMkLst>
      </pc:sldChg>
    </pc:docChg>
  </pc:docChgLst>
  <pc:docChgLst>
    <pc:chgData name="ADOUL AMIN" userId="55cf1343234f8435" providerId="LiveId" clId="{26EBFBD9-888A-4824-B544-E2BBB1397583}"/>
    <pc:docChg chg="undo custSel addSld delSld modSld sldOrd">
      <pc:chgData name="ADOUL AMIN" userId="55cf1343234f8435" providerId="LiveId" clId="{26EBFBD9-888A-4824-B544-E2BBB1397583}" dt="2025-07-06T20:10:12.769" v="1446"/>
      <pc:docMkLst>
        <pc:docMk/>
      </pc:docMkLst>
      <pc:sldChg chg="modNotesTx">
        <pc:chgData name="ADOUL AMIN" userId="55cf1343234f8435" providerId="LiveId" clId="{26EBFBD9-888A-4824-B544-E2BBB1397583}" dt="2025-07-06T14:31:52.033" v="302"/>
        <pc:sldMkLst>
          <pc:docMk/>
          <pc:sldMk cId="2905373878" sldId="256"/>
        </pc:sldMkLst>
      </pc:sldChg>
      <pc:sldChg chg="modNotesTx">
        <pc:chgData name="ADOUL AMIN" userId="55cf1343234f8435" providerId="LiveId" clId="{26EBFBD9-888A-4824-B544-E2BBB1397583}" dt="2025-07-06T14:38:47.561" v="317"/>
        <pc:sldMkLst>
          <pc:docMk/>
          <pc:sldMk cId="2553155153" sldId="258"/>
        </pc:sldMkLst>
      </pc:sldChg>
      <pc:sldChg chg="modSp modNotesTx">
        <pc:chgData name="ADOUL AMIN" userId="55cf1343234f8435" providerId="LiveId" clId="{26EBFBD9-888A-4824-B544-E2BBB1397583}" dt="2025-07-06T14:45:08.205" v="382" actId="20577"/>
        <pc:sldMkLst>
          <pc:docMk/>
          <pc:sldMk cId="139114480" sldId="259"/>
        </pc:sldMkLst>
        <pc:graphicFrameChg chg="mod">
          <ac:chgData name="ADOUL AMIN" userId="55cf1343234f8435" providerId="LiveId" clId="{26EBFBD9-888A-4824-B544-E2BBB1397583}" dt="2025-07-06T14:42:52.694" v="318"/>
          <ac:graphicFrameMkLst>
            <pc:docMk/>
            <pc:sldMk cId="139114480" sldId="259"/>
            <ac:graphicFrameMk id="5" creationId="{1694201C-F4B6-4F1D-EC85-DDE653A8C7BF}"/>
          </ac:graphicFrameMkLst>
        </pc:graphicFrameChg>
      </pc:sldChg>
      <pc:sldChg chg="modNotesTx">
        <pc:chgData name="ADOUL AMIN" userId="55cf1343234f8435" providerId="LiveId" clId="{26EBFBD9-888A-4824-B544-E2BBB1397583}" dt="2025-07-06T14:51:17.968" v="471"/>
        <pc:sldMkLst>
          <pc:docMk/>
          <pc:sldMk cId="3243843169" sldId="260"/>
        </pc:sldMkLst>
      </pc:sldChg>
      <pc:sldChg chg="modSp mod modNotesTx">
        <pc:chgData name="ADOUL AMIN" userId="55cf1343234f8435" providerId="LiveId" clId="{26EBFBD9-888A-4824-B544-E2BBB1397583}" dt="2025-07-06T15:16:55.824" v="992"/>
        <pc:sldMkLst>
          <pc:docMk/>
          <pc:sldMk cId="1555241790" sldId="261"/>
        </pc:sldMkLst>
        <pc:picChg chg="mod">
          <ac:chgData name="ADOUL AMIN" userId="55cf1343234f8435" providerId="LiveId" clId="{26EBFBD9-888A-4824-B544-E2BBB1397583}" dt="2025-07-06T14:52:24.878" v="472" actId="1076"/>
          <ac:picMkLst>
            <pc:docMk/>
            <pc:sldMk cId="1555241790" sldId="261"/>
            <ac:picMk id="4" creationId="{23CEA646-B853-0A24-A0B9-0B7FDB059B19}"/>
          </ac:picMkLst>
        </pc:picChg>
      </pc:sldChg>
      <pc:sldChg chg="modNotesTx">
        <pc:chgData name="ADOUL AMIN" userId="55cf1343234f8435" providerId="LiveId" clId="{26EBFBD9-888A-4824-B544-E2BBB1397583}" dt="2025-07-06T15:06:40.582" v="910" actId="20577"/>
        <pc:sldMkLst>
          <pc:docMk/>
          <pc:sldMk cId="563911892" sldId="262"/>
        </pc:sldMkLst>
      </pc:sldChg>
      <pc:sldChg chg="modSp modNotesTx">
        <pc:chgData name="ADOUL AMIN" userId="55cf1343234f8435" providerId="LiveId" clId="{26EBFBD9-888A-4824-B544-E2BBB1397583}" dt="2025-07-06T15:15:21.123" v="988"/>
        <pc:sldMkLst>
          <pc:docMk/>
          <pc:sldMk cId="3337330286" sldId="263"/>
        </pc:sldMkLst>
        <pc:graphicFrameChg chg="mod">
          <ac:chgData name="ADOUL AMIN" userId="55cf1343234f8435" providerId="LiveId" clId="{26EBFBD9-888A-4824-B544-E2BBB1397583}" dt="2025-07-06T15:07:09.123" v="911"/>
          <ac:graphicFrameMkLst>
            <pc:docMk/>
            <pc:sldMk cId="3337330286" sldId="263"/>
            <ac:graphicFrameMk id="40" creationId="{EF9BDCAC-B988-5F07-B423-A5BCE9977D89}"/>
          </ac:graphicFrameMkLst>
        </pc:graphicFrameChg>
      </pc:sldChg>
      <pc:sldChg chg="modNotesTx">
        <pc:chgData name="ADOUL AMIN" userId="55cf1343234f8435" providerId="LiveId" clId="{26EBFBD9-888A-4824-B544-E2BBB1397583}" dt="2025-07-06T15:40:01.290" v="1006" actId="20577"/>
        <pc:sldMkLst>
          <pc:docMk/>
          <pc:sldMk cId="3474599701" sldId="264"/>
        </pc:sldMkLst>
      </pc:sldChg>
      <pc:sldChg chg="modSp modNotesTx">
        <pc:chgData name="ADOUL AMIN" userId="55cf1343234f8435" providerId="LiveId" clId="{26EBFBD9-888A-4824-B544-E2BBB1397583}" dt="2025-07-06T15:50:18.067" v="1071" actId="20577"/>
        <pc:sldMkLst>
          <pc:docMk/>
          <pc:sldMk cId="2235878624" sldId="266"/>
        </pc:sldMkLst>
        <pc:graphicFrameChg chg="mod">
          <ac:chgData name="ADOUL AMIN" userId="55cf1343234f8435" providerId="LiveId" clId="{26EBFBD9-888A-4824-B544-E2BBB1397583}" dt="2025-07-06T15:45:29.451" v="1007"/>
          <ac:graphicFrameMkLst>
            <pc:docMk/>
            <pc:sldMk cId="2235878624" sldId="266"/>
            <ac:graphicFrameMk id="71" creationId="{692989E1-6D1C-38BD-B72C-24E4CFCAE78D}"/>
          </ac:graphicFrameMkLst>
        </pc:graphicFrameChg>
      </pc:sldChg>
      <pc:sldChg chg="modNotesTx">
        <pc:chgData name="ADOUL AMIN" userId="55cf1343234f8435" providerId="LiveId" clId="{26EBFBD9-888A-4824-B544-E2BBB1397583}" dt="2025-07-06T15:56:53.317" v="1098" actId="20577"/>
        <pc:sldMkLst>
          <pc:docMk/>
          <pc:sldMk cId="3306854444" sldId="267"/>
        </pc:sldMkLst>
      </pc:sldChg>
      <pc:sldChg chg="modNotesTx">
        <pc:chgData name="ADOUL AMIN" userId="55cf1343234f8435" providerId="LiveId" clId="{26EBFBD9-888A-4824-B544-E2BBB1397583}" dt="2025-07-06T19:12:18.951" v="1275" actId="20577"/>
        <pc:sldMkLst>
          <pc:docMk/>
          <pc:sldMk cId="3122289494" sldId="268"/>
        </pc:sldMkLst>
      </pc:sldChg>
      <pc:sldChg chg="modNotesTx">
        <pc:chgData name="ADOUL AMIN" userId="55cf1343234f8435" providerId="LiveId" clId="{26EBFBD9-888A-4824-B544-E2BBB1397583}" dt="2025-07-06T19:57:34.083" v="1441"/>
        <pc:sldMkLst>
          <pc:docMk/>
          <pc:sldMk cId="3541120058" sldId="269"/>
        </pc:sldMkLst>
      </pc:sldChg>
      <pc:sldChg chg="modNotesTx">
        <pc:chgData name="ADOUL AMIN" userId="55cf1343234f8435" providerId="LiveId" clId="{26EBFBD9-888A-4824-B544-E2BBB1397583}" dt="2025-07-06T20:01:31.624" v="1442"/>
        <pc:sldMkLst>
          <pc:docMk/>
          <pc:sldMk cId="3083378375" sldId="270"/>
        </pc:sldMkLst>
      </pc:sldChg>
      <pc:sldChg chg="modNotesTx">
        <pc:chgData name="ADOUL AMIN" userId="55cf1343234f8435" providerId="LiveId" clId="{26EBFBD9-888A-4824-B544-E2BBB1397583}" dt="2025-07-06T20:10:12.769" v="1446"/>
        <pc:sldMkLst>
          <pc:docMk/>
          <pc:sldMk cId="3418468517" sldId="271"/>
        </pc:sldMkLst>
      </pc:sldChg>
      <pc:sldChg chg="ord modNotesTx">
        <pc:chgData name="ADOUL AMIN" userId="55cf1343234f8435" providerId="LiveId" clId="{26EBFBD9-888A-4824-B544-E2BBB1397583}" dt="2025-07-06T18:39:08.019" v="1198" actId="20577"/>
        <pc:sldMkLst>
          <pc:docMk/>
          <pc:sldMk cId="2241055717" sldId="272"/>
        </pc:sldMkLst>
      </pc:sldChg>
      <pc:sldChg chg="ord modNotesTx">
        <pc:chgData name="ADOUL AMIN" userId="55cf1343234f8435" providerId="LiveId" clId="{26EBFBD9-888A-4824-B544-E2BBB1397583}" dt="2025-07-06T18:45:25.247" v="1201"/>
        <pc:sldMkLst>
          <pc:docMk/>
          <pc:sldMk cId="1735570132" sldId="273"/>
        </pc:sldMkLst>
      </pc:sldChg>
      <pc:sldChg chg="ord modNotesTx">
        <pc:chgData name="ADOUL AMIN" userId="55cf1343234f8435" providerId="LiveId" clId="{26EBFBD9-888A-4824-B544-E2BBB1397583}" dt="2025-07-06T18:49:16.752" v="1213"/>
        <pc:sldMkLst>
          <pc:docMk/>
          <pc:sldMk cId="4279293735" sldId="274"/>
        </pc:sldMkLst>
      </pc:sldChg>
      <pc:sldChg chg="ord modNotesTx">
        <pc:chgData name="ADOUL AMIN" userId="55cf1343234f8435" providerId="LiveId" clId="{26EBFBD9-888A-4824-B544-E2BBB1397583}" dt="2025-07-06T18:53:43.238" v="1216"/>
        <pc:sldMkLst>
          <pc:docMk/>
          <pc:sldMk cId="2953476323" sldId="275"/>
        </pc:sldMkLst>
      </pc:sldChg>
      <pc:sldChg chg="ord">
        <pc:chgData name="ADOUL AMIN" userId="55cf1343234f8435" providerId="LiveId" clId="{26EBFBD9-888A-4824-B544-E2BBB1397583}" dt="2025-07-06T16:03:30.803" v="1110"/>
        <pc:sldMkLst>
          <pc:docMk/>
          <pc:sldMk cId="2345792785" sldId="276"/>
        </pc:sldMkLst>
      </pc:sldChg>
      <pc:sldChg chg="modNotesTx">
        <pc:chgData name="ADOUL AMIN" userId="55cf1343234f8435" providerId="LiveId" clId="{26EBFBD9-888A-4824-B544-E2BBB1397583}" dt="2025-07-06T10:49:12.906" v="151"/>
        <pc:sldMkLst>
          <pc:docMk/>
          <pc:sldMk cId="0" sldId="456"/>
        </pc:sldMkLst>
      </pc:sldChg>
      <pc:sldChg chg="new del">
        <pc:chgData name="ADOUL AMIN" userId="55cf1343234f8435" providerId="LiveId" clId="{26EBFBD9-888A-4824-B544-E2BBB1397583}" dt="2025-07-06T10:50:11.010" v="153" actId="680"/>
        <pc:sldMkLst>
          <pc:docMk/>
          <pc:sldMk cId="99636065" sldId="457"/>
        </pc:sldMkLst>
      </pc:sldChg>
      <pc:sldChg chg="addSp delSp modSp new mod ord setBg modNotesTx">
        <pc:chgData name="ADOUL AMIN" userId="55cf1343234f8435" providerId="LiveId" clId="{26EBFBD9-888A-4824-B544-E2BBB1397583}" dt="2025-07-06T11:16:32.065" v="219"/>
        <pc:sldMkLst>
          <pc:docMk/>
          <pc:sldMk cId="3859459434" sldId="457"/>
        </pc:sldMkLst>
        <pc:spChg chg="mod">
          <ac:chgData name="ADOUL AMIN" userId="55cf1343234f8435" providerId="LiveId" clId="{26EBFBD9-888A-4824-B544-E2BBB1397583}" dt="2025-07-06T10:51:57.970" v="157"/>
          <ac:spMkLst>
            <pc:docMk/>
            <pc:sldMk cId="3859459434" sldId="457"/>
            <ac:spMk id="2" creationId="{3E9CD754-662A-5097-E228-26B13D85373C}"/>
          </ac:spMkLst>
        </pc:spChg>
        <pc:spChg chg="add del mod">
          <ac:chgData name="ADOUL AMIN" userId="55cf1343234f8435" providerId="LiveId" clId="{26EBFBD9-888A-4824-B544-E2BBB1397583}" dt="2025-07-06T11:16:04.395" v="215" actId="21"/>
          <ac:spMkLst>
            <pc:docMk/>
            <pc:sldMk cId="3859459434" sldId="457"/>
            <ac:spMk id="3" creationId="{777CE508-A4D5-AA72-B3F1-058892FDEC98}"/>
          </ac:spMkLst>
        </pc:spChg>
        <pc:spChg chg="add del mod">
          <ac:chgData name="ADOUL AMIN" userId="55cf1343234f8435" providerId="LiveId" clId="{26EBFBD9-888A-4824-B544-E2BBB1397583}" dt="2025-07-06T11:16:04.395" v="215" actId="21"/>
          <ac:spMkLst>
            <pc:docMk/>
            <pc:sldMk cId="3859459434" sldId="457"/>
            <ac:spMk id="5" creationId="{9154461B-173A-6513-286C-4C479A241F2A}"/>
          </ac:spMkLst>
        </pc:spChg>
        <pc:spChg chg="add mod">
          <ac:chgData name="ADOUL AMIN" userId="55cf1343234f8435" providerId="LiveId" clId="{26EBFBD9-888A-4824-B544-E2BBB1397583}" dt="2025-07-06T11:16:03.709" v="214"/>
          <ac:spMkLst>
            <pc:docMk/>
            <pc:sldMk cId="3859459434" sldId="457"/>
            <ac:spMk id="6" creationId="{777CE508-A4D5-AA72-B3F1-058892FDEC98}"/>
          </ac:spMkLst>
        </pc:spChg>
      </pc:sldChg>
      <pc:sldChg chg="addSp delSp modSp new mod setBg modNotesTx">
        <pc:chgData name="ADOUL AMIN" userId="55cf1343234f8435" providerId="LiveId" clId="{26EBFBD9-888A-4824-B544-E2BBB1397583}" dt="2025-07-06T19:22:24.839" v="1315" actId="20577"/>
        <pc:sldMkLst>
          <pc:docMk/>
          <pc:sldMk cId="1083321475" sldId="458"/>
        </pc:sldMkLst>
        <pc:spChg chg="mod">
          <ac:chgData name="ADOUL AMIN" userId="55cf1343234f8435" providerId="LiveId" clId="{26EBFBD9-888A-4824-B544-E2BBB1397583}" dt="2025-07-06T11:00:08.287" v="200" actId="26606"/>
          <ac:spMkLst>
            <pc:docMk/>
            <pc:sldMk cId="1083321475" sldId="458"/>
            <ac:spMk id="2" creationId="{9F901B84-0A1B-CB8C-867C-274C6D6DFE3F}"/>
          </ac:spMkLst>
        </pc:spChg>
        <pc:spChg chg="del">
          <ac:chgData name="ADOUL AMIN" userId="55cf1343234f8435" providerId="LiveId" clId="{26EBFBD9-888A-4824-B544-E2BBB1397583}" dt="2025-07-06T11:00:04.770" v="199"/>
          <ac:spMkLst>
            <pc:docMk/>
            <pc:sldMk cId="1083321475" sldId="458"/>
            <ac:spMk id="3" creationId="{06CAACD8-EE29-4134-2D3B-7D4B2C8BDDF3}"/>
          </ac:spMkLst>
        </pc:spChg>
        <pc:spChg chg="add">
          <ac:chgData name="ADOUL AMIN" userId="55cf1343234f8435" providerId="LiveId" clId="{26EBFBD9-888A-4824-B544-E2BBB1397583}" dt="2025-07-06T11:00:08.287" v="200" actId="26606"/>
          <ac:spMkLst>
            <pc:docMk/>
            <pc:sldMk cId="1083321475" sldId="458"/>
            <ac:spMk id="9" creationId="{6DA9942F-A18C-9E9D-BF08-9291C54E1CC4}"/>
          </ac:spMkLst>
        </pc:spChg>
        <pc:graphicFrameChg chg="add mod">
          <ac:chgData name="ADOUL AMIN" userId="55cf1343234f8435" providerId="LiveId" clId="{26EBFBD9-888A-4824-B544-E2BBB1397583}" dt="2025-07-06T11:00:08.287" v="200" actId="26606"/>
          <ac:graphicFrameMkLst>
            <pc:docMk/>
            <pc:sldMk cId="1083321475" sldId="458"/>
            <ac:graphicFrameMk id="4" creationId="{5C1990C0-D220-47CD-6535-EACDD77817F6}"/>
          </ac:graphicFrameMkLst>
        </pc:graphicFrameChg>
      </pc:sldChg>
      <pc:sldChg chg="addSp delSp modSp new mod setBg modNotesTx">
        <pc:chgData name="ADOUL AMIN" userId="55cf1343234f8435" providerId="LiveId" clId="{26EBFBD9-888A-4824-B544-E2BBB1397583}" dt="2025-07-06T18:31:04.498" v="1159" actId="20577"/>
        <pc:sldMkLst>
          <pc:docMk/>
          <pc:sldMk cId="3600593218" sldId="459"/>
        </pc:sldMkLst>
        <pc:spChg chg="mod">
          <ac:chgData name="ADOUL AMIN" userId="55cf1343234f8435" providerId="LiveId" clId="{26EBFBD9-888A-4824-B544-E2BBB1397583}" dt="2025-07-06T18:29:28.771" v="1130" actId="26606"/>
          <ac:spMkLst>
            <pc:docMk/>
            <pc:sldMk cId="3600593218" sldId="459"/>
            <ac:spMk id="2" creationId="{74A2A770-61B7-0BD5-FEB1-AE8C58BC2BFA}"/>
          </ac:spMkLst>
        </pc:spChg>
        <pc:spChg chg="add del mod ord">
          <ac:chgData name="ADOUL AMIN" userId="55cf1343234f8435" providerId="LiveId" clId="{26EBFBD9-888A-4824-B544-E2BBB1397583}" dt="2025-07-06T18:29:28.771" v="1130" actId="26606"/>
          <ac:spMkLst>
            <pc:docMk/>
            <pc:sldMk cId="3600593218" sldId="459"/>
            <ac:spMk id="3" creationId="{4F21A370-A5CE-1272-760E-BD939611D803}"/>
          </ac:spMkLst>
        </pc:spChg>
        <pc:spChg chg="add del mod">
          <ac:chgData name="ADOUL AMIN" userId="55cf1343234f8435" providerId="LiveId" clId="{26EBFBD9-888A-4824-B544-E2BBB1397583}" dt="2025-07-06T18:28:28.197" v="1123" actId="21"/>
          <ac:spMkLst>
            <pc:docMk/>
            <pc:sldMk cId="3600593218" sldId="459"/>
            <ac:spMk id="5" creationId="{364C392E-5AEC-4655-AAFD-4862C52AD741}"/>
          </ac:spMkLst>
        </pc:spChg>
        <pc:spChg chg="add mod">
          <ac:chgData name="ADOUL AMIN" userId="55cf1343234f8435" providerId="LiveId" clId="{26EBFBD9-888A-4824-B544-E2BBB1397583}" dt="2025-07-06T18:28:27.449" v="1122"/>
          <ac:spMkLst>
            <pc:docMk/>
            <pc:sldMk cId="3600593218" sldId="459"/>
            <ac:spMk id="6" creationId="{4F21A370-A5CE-1272-760E-BD939611D803}"/>
          </ac:spMkLst>
        </pc:spChg>
        <pc:spChg chg="add del">
          <ac:chgData name="ADOUL AMIN" userId="55cf1343234f8435" providerId="LiveId" clId="{26EBFBD9-888A-4824-B544-E2BBB1397583}" dt="2025-07-06T18:29:28.771" v="1130" actId="26606"/>
          <ac:spMkLst>
            <pc:docMk/>
            <pc:sldMk cId="3600593218" sldId="459"/>
            <ac:spMk id="12" creationId="{6ACA6F80-D392-A64E-3CF8-F28F1CCEE67B}"/>
          </ac:spMkLst>
        </pc:spChg>
        <pc:spChg chg="add">
          <ac:chgData name="ADOUL AMIN" userId="55cf1343234f8435" providerId="LiveId" clId="{26EBFBD9-888A-4824-B544-E2BBB1397583}" dt="2025-07-06T18:29:28.771" v="1130" actId="26606"/>
          <ac:spMkLst>
            <pc:docMk/>
            <pc:sldMk cId="3600593218" sldId="459"/>
            <ac:spMk id="18" creationId="{951922D2-D397-9EA4-A66D-55B0884D1A6A}"/>
          </ac:spMkLst>
        </pc:spChg>
        <pc:graphicFrameChg chg="add">
          <ac:chgData name="ADOUL AMIN" userId="55cf1343234f8435" providerId="LiveId" clId="{26EBFBD9-888A-4824-B544-E2BBB1397583}" dt="2025-07-06T18:29:28.771" v="1130" actId="26606"/>
          <ac:graphicFrameMkLst>
            <pc:docMk/>
            <pc:sldMk cId="3600593218" sldId="459"/>
            <ac:graphicFrameMk id="14" creationId="{0C152D5C-C5A8-8972-2BA0-DAAAA29D8D64}"/>
          </ac:graphicFrameMkLst>
        </pc:graphicFrameChg>
        <pc:picChg chg="add del mod">
          <ac:chgData name="ADOUL AMIN" userId="55cf1343234f8435" providerId="LiveId" clId="{26EBFBD9-888A-4824-B544-E2BBB1397583}" dt="2025-07-06T18:29:01.476" v="1129" actId="478"/>
          <ac:picMkLst>
            <pc:docMk/>
            <pc:sldMk cId="3600593218" sldId="459"/>
            <ac:picMk id="7" creationId="{6D154CE2-26D2-B10C-DF43-D8FFA1D365A7}"/>
          </ac:picMkLst>
        </pc:picChg>
      </pc:sldChg>
    </pc:docChg>
  </pc:docChgLst>
  <pc:docChgLst>
    <pc:chgData name="Mohammed Amin Adoul" userId="44af6b04-1b3d-4beb-a4cb-a99c5fa9312d" providerId="ADAL" clId="{2D905E64-0F4B-4D20-B8AE-4EBABCC78F47}"/>
    <pc:docChg chg="addSld modSld">
      <pc:chgData name="Mohammed Amin Adoul" userId="44af6b04-1b3d-4beb-a4cb-a99c5fa9312d" providerId="ADAL" clId="{2D905E64-0F4B-4D20-B8AE-4EBABCC78F47}" dt="2025-07-07T10:54:07.730" v="210" actId="20577"/>
      <pc:docMkLst>
        <pc:docMk/>
      </pc:docMkLst>
      <pc:sldChg chg="modNotesTx">
        <pc:chgData name="Mohammed Amin Adoul" userId="44af6b04-1b3d-4beb-a4cb-a99c5fa9312d" providerId="ADAL" clId="{2D905E64-0F4B-4D20-B8AE-4EBABCC78F47}" dt="2025-07-07T10:50:20.834" v="3" actId="20577"/>
        <pc:sldMkLst>
          <pc:docMk/>
          <pc:sldMk cId="2905373878" sldId="256"/>
        </pc:sldMkLst>
      </pc:sldChg>
      <pc:sldChg chg="modNotesTx">
        <pc:chgData name="Mohammed Amin Adoul" userId="44af6b04-1b3d-4beb-a4cb-a99c5fa9312d" providerId="ADAL" clId="{2D905E64-0F4B-4D20-B8AE-4EBABCC78F47}" dt="2025-07-07T10:50:28.305" v="5" actId="5793"/>
        <pc:sldMkLst>
          <pc:docMk/>
          <pc:sldMk cId="2553155153" sldId="258"/>
        </pc:sldMkLst>
      </pc:sldChg>
      <pc:sldChg chg="modNotesTx">
        <pc:chgData name="Mohammed Amin Adoul" userId="44af6b04-1b3d-4beb-a4cb-a99c5fa9312d" providerId="ADAL" clId="{2D905E64-0F4B-4D20-B8AE-4EBABCC78F47}" dt="2025-07-07T10:50:33.549" v="6" actId="20577"/>
        <pc:sldMkLst>
          <pc:docMk/>
          <pc:sldMk cId="139114480" sldId="259"/>
        </pc:sldMkLst>
      </pc:sldChg>
      <pc:sldChg chg="modNotesTx">
        <pc:chgData name="Mohammed Amin Adoul" userId="44af6b04-1b3d-4beb-a4cb-a99c5fa9312d" providerId="ADAL" clId="{2D905E64-0F4B-4D20-B8AE-4EBABCC78F47}" dt="2025-07-07T10:50:42.378" v="7" actId="20577"/>
        <pc:sldMkLst>
          <pc:docMk/>
          <pc:sldMk cId="3243843169" sldId="260"/>
        </pc:sldMkLst>
      </pc:sldChg>
      <pc:sldChg chg="modNotesTx">
        <pc:chgData name="Mohammed Amin Adoul" userId="44af6b04-1b3d-4beb-a4cb-a99c5fa9312d" providerId="ADAL" clId="{2D905E64-0F4B-4D20-B8AE-4EBABCC78F47}" dt="2025-07-07T10:50:50.440" v="8" actId="6549"/>
        <pc:sldMkLst>
          <pc:docMk/>
          <pc:sldMk cId="1555241790" sldId="261"/>
        </pc:sldMkLst>
      </pc:sldChg>
      <pc:sldChg chg="modNotesTx">
        <pc:chgData name="Mohammed Amin Adoul" userId="44af6b04-1b3d-4beb-a4cb-a99c5fa9312d" providerId="ADAL" clId="{2D905E64-0F4B-4D20-B8AE-4EBABCC78F47}" dt="2025-07-07T10:50:55.837" v="9" actId="6549"/>
        <pc:sldMkLst>
          <pc:docMk/>
          <pc:sldMk cId="563911892" sldId="262"/>
        </pc:sldMkLst>
      </pc:sldChg>
      <pc:sldChg chg="modNotesTx">
        <pc:chgData name="Mohammed Amin Adoul" userId="44af6b04-1b3d-4beb-a4cb-a99c5fa9312d" providerId="ADAL" clId="{2D905E64-0F4B-4D20-B8AE-4EBABCC78F47}" dt="2025-07-07T10:51:07.476" v="10" actId="6549"/>
        <pc:sldMkLst>
          <pc:docMk/>
          <pc:sldMk cId="3337330286" sldId="263"/>
        </pc:sldMkLst>
      </pc:sldChg>
      <pc:sldChg chg="modNotesTx">
        <pc:chgData name="Mohammed Amin Adoul" userId="44af6b04-1b3d-4beb-a4cb-a99c5fa9312d" providerId="ADAL" clId="{2D905E64-0F4B-4D20-B8AE-4EBABCC78F47}" dt="2025-07-07T10:51:17.695" v="11" actId="6549"/>
        <pc:sldMkLst>
          <pc:docMk/>
          <pc:sldMk cId="3474599701" sldId="264"/>
        </pc:sldMkLst>
      </pc:sldChg>
      <pc:sldChg chg="modNotesTx">
        <pc:chgData name="Mohammed Amin Adoul" userId="44af6b04-1b3d-4beb-a4cb-a99c5fa9312d" providerId="ADAL" clId="{2D905E64-0F4B-4D20-B8AE-4EBABCC78F47}" dt="2025-07-07T10:51:28.086" v="12" actId="6549"/>
        <pc:sldMkLst>
          <pc:docMk/>
          <pc:sldMk cId="2235878624" sldId="266"/>
        </pc:sldMkLst>
      </pc:sldChg>
      <pc:sldChg chg="modNotesTx">
        <pc:chgData name="Mohammed Amin Adoul" userId="44af6b04-1b3d-4beb-a4cb-a99c5fa9312d" providerId="ADAL" clId="{2D905E64-0F4B-4D20-B8AE-4EBABCC78F47}" dt="2025-07-07T10:51:33.028" v="13" actId="6549"/>
        <pc:sldMkLst>
          <pc:docMk/>
          <pc:sldMk cId="3306854444" sldId="267"/>
        </pc:sldMkLst>
      </pc:sldChg>
      <pc:sldChg chg="modNotesTx">
        <pc:chgData name="Mohammed Amin Adoul" userId="44af6b04-1b3d-4beb-a4cb-a99c5fa9312d" providerId="ADAL" clId="{2D905E64-0F4B-4D20-B8AE-4EBABCC78F47}" dt="2025-07-07T10:52:09.613" v="19" actId="6549"/>
        <pc:sldMkLst>
          <pc:docMk/>
          <pc:sldMk cId="3122289494" sldId="268"/>
        </pc:sldMkLst>
      </pc:sldChg>
      <pc:sldChg chg="modNotesTx">
        <pc:chgData name="Mohammed Amin Adoul" userId="44af6b04-1b3d-4beb-a4cb-a99c5fa9312d" providerId="ADAL" clId="{2D905E64-0F4B-4D20-B8AE-4EBABCC78F47}" dt="2025-07-07T10:52:13.504" v="20" actId="6549"/>
        <pc:sldMkLst>
          <pc:docMk/>
          <pc:sldMk cId="3541120058" sldId="269"/>
        </pc:sldMkLst>
      </pc:sldChg>
      <pc:sldChg chg="modNotesTx">
        <pc:chgData name="Mohammed Amin Adoul" userId="44af6b04-1b3d-4beb-a4cb-a99c5fa9312d" providerId="ADAL" clId="{2D905E64-0F4B-4D20-B8AE-4EBABCC78F47}" dt="2025-07-07T10:52:19.427" v="21" actId="6549"/>
        <pc:sldMkLst>
          <pc:docMk/>
          <pc:sldMk cId="3083378375" sldId="270"/>
        </pc:sldMkLst>
      </pc:sldChg>
      <pc:sldChg chg="modNotesTx">
        <pc:chgData name="Mohammed Amin Adoul" userId="44af6b04-1b3d-4beb-a4cb-a99c5fa9312d" providerId="ADAL" clId="{2D905E64-0F4B-4D20-B8AE-4EBABCC78F47}" dt="2025-07-07T10:52:23.615" v="22" actId="6549"/>
        <pc:sldMkLst>
          <pc:docMk/>
          <pc:sldMk cId="3418468517" sldId="271"/>
        </pc:sldMkLst>
      </pc:sldChg>
      <pc:sldChg chg="modNotesTx">
        <pc:chgData name="Mohammed Amin Adoul" userId="44af6b04-1b3d-4beb-a4cb-a99c5fa9312d" providerId="ADAL" clId="{2D905E64-0F4B-4D20-B8AE-4EBABCC78F47}" dt="2025-07-07T10:51:42.690" v="15" actId="6549"/>
        <pc:sldMkLst>
          <pc:docMk/>
          <pc:sldMk cId="2241055717" sldId="272"/>
        </pc:sldMkLst>
      </pc:sldChg>
      <pc:sldChg chg="modNotesTx">
        <pc:chgData name="Mohammed Amin Adoul" userId="44af6b04-1b3d-4beb-a4cb-a99c5fa9312d" providerId="ADAL" clId="{2D905E64-0F4B-4D20-B8AE-4EBABCC78F47}" dt="2025-07-07T10:51:48.950" v="16" actId="6549"/>
        <pc:sldMkLst>
          <pc:docMk/>
          <pc:sldMk cId="1735570132" sldId="273"/>
        </pc:sldMkLst>
      </pc:sldChg>
      <pc:sldChg chg="modNotesTx">
        <pc:chgData name="Mohammed Amin Adoul" userId="44af6b04-1b3d-4beb-a4cb-a99c5fa9312d" providerId="ADAL" clId="{2D905E64-0F4B-4D20-B8AE-4EBABCC78F47}" dt="2025-07-07T10:51:56.841" v="17" actId="6549"/>
        <pc:sldMkLst>
          <pc:docMk/>
          <pc:sldMk cId="4279293735" sldId="274"/>
        </pc:sldMkLst>
      </pc:sldChg>
      <pc:sldChg chg="modNotesTx">
        <pc:chgData name="Mohammed Amin Adoul" userId="44af6b04-1b3d-4beb-a4cb-a99c5fa9312d" providerId="ADAL" clId="{2D905E64-0F4B-4D20-B8AE-4EBABCC78F47}" dt="2025-07-07T10:52:01.677" v="18" actId="6549"/>
        <pc:sldMkLst>
          <pc:docMk/>
          <pc:sldMk cId="2953476323" sldId="275"/>
        </pc:sldMkLst>
      </pc:sldChg>
      <pc:sldChg chg="modNotesTx">
        <pc:chgData name="Mohammed Amin Adoul" userId="44af6b04-1b3d-4beb-a4cb-a99c5fa9312d" providerId="ADAL" clId="{2D905E64-0F4B-4D20-B8AE-4EBABCC78F47}" dt="2025-07-07T10:50:03.708" v="0" actId="6549"/>
        <pc:sldMkLst>
          <pc:docMk/>
          <pc:sldMk cId="0" sldId="456"/>
        </pc:sldMkLst>
      </pc:sldChg>
      <pc:sldChg chg="modNotesTx">
        <pc:chgData name="Mohammed Amin Adoul" userId="44af6b04-1b3d-4beb-a4cb-a99c5fa9312d" providerId="ADAL" clId="{2D905E64-0F4B-4D20-B8AE-4EBABCC78F47}" dt="2025-07-07T10:50:08.973" v="1" actId="20577"/>
        <pc:sldMkLst>
          <pc:docMk/>
          <pc:sldMk cId="3859459434" sldId="457"/>
        </pc:sldMkLst>
      </pc:sldChg>
      <pc:sldChg chg="modNotesTx">
        <pc:chgData name="Mohammed Amin Adoul" userId="44af6b04-1b3d-4beb-a4cb-a99c5fa9312d" providerId="ADAL" clId="{2D905E64-0F4B-4D20-B8AE-4EBABCC78F47}" dt="2025-07-07T10:50:14.099" v="2" actId="20577"/>
        <pc:sldMkLst>
          <pc:docMk/>
          <pc:sldMk cId="1083321475" sldId="458"/>
        </pc:sldMkLst>
      </pc:sldChg>
      <pc:sldChg chg="modNotesTx">
        <pc:chgData name="Mohammed Amin Adoul" userId="44af6b04-1b3d-4beb-a4cb-a99c5fa9312d" providerId="ADAL" clId="{2D905E64-0F4B-4D20-B8AE-4EBABCC78F47}" dt="2025-07-07T10:51:38.527" v="14" actId="6549"/>
        <pc:sldMkLst>
          <pc:docMk/>
          <pc:sldMk cId="3600593218" sldId="459"/>
        </pc:sldMkLst>
      </pc:sldChg>
      <pc:sldChg chg="modSp new mod">
        <pc:chgData name="Mohammed Amin Adoul" userId="44af6b04-1b3d-4beb-a4cb-a99c5fa9312d" providerId="ADAL" clId="{2D905E64-0F4B-4D20-B8AE-4EBABCC78F47}" dt="2025-07-07T10:54:07.730" v="210" actId="20577"/>
        <pc:sldMkLst>
          <pc:docMk/>
          <pc:sldMk cId="1523359959" sldId="460"/>
        </pc:sldMkLst>
        <pc:spChg chg="mod">
          <ac:chgData name="Mohammed Amin Adoul" userId="44af6b04-1b3d-4beb-a4cb-a99c5fa9312d" providerId="ADAL" clId="{2D905E64-0F4B-4D20-B8AE-4EBABCC78F47}" dt="2025-07-07T10:54:07.730" v="210" actId="20577"/>
          <ac:spMkLst>
            <pc:docMk/>
            <pc:sldMk cId="1523359959" sldId="460"/>
            <ac:spMk id="3" creationId="{2221EEA0-A9C0-976D-929D-3FF549FCB8F9}"/>
          </ac:spMkLst>
        </pc:spChg>
      </pc:sldChg>
    </pc:docChg>
  </pc:docChgLst>
</pc:chgInfo>
</file>

<file path=ppt/diagrams/_rels/data4.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sv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31.sv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svg"/><Relationship Id="rId4" Type="http://schemas.openxmlformats.org/officeDocument/2006/relationships/image" Target="../media/image29.svg"/><Relationship Id="rId9" Type="http://schemas.openxmlformats.org/officeDocument/2006/relationships/image" Target="../media/image34.png"/></Relationships>
</file>

<file path=ppt/diagrams/_rels/data7.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svg"/><Relationship Id="rId1" Type="http://schemas.openxmlformats.org/officeDocument/2006/relationships/image" Target="../media/image42.png"/><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45.svg"/></Relationships>
</file>

<file path=ppt/diagrams/_rels/drawing4.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sv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31.sv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svg"/><Relationship Id="rId4" Type="http://schemas.openxmlformats.org/officeDocument/2006/relationships/image" Target="../media/image29.svg"/><Relationship Id="rId9" Type="http://schemas.openxmlformats.org/officeDocument/2006/relationships/image" Target="../media/image34.png"/></Relationships>
</file>

<file path=ppt/diagrams/_rels/drawing7.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svg"/><Relationship Id="rId1" Type="http://schemas.openxmlformats.org/officeDocument/2006/relationships/image" Target="../media/image42.png"/><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45.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D09FB2D-B295-45F7-BF27-F37C6B5CCAA5}"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FB3D08FC-756F-4F09-B112-C61A59D015F4}">
      <dgm:prSet/>
      <dgm:spPr/>
      <dgm:t>
        <a:bodyPr/>
        <a:lstStyle/>
        <a:p>
          <a:r>
            <a:rPr lang="en-SE" b="1" dirty="0"/>
            <a:t>What is a Signal?</a:t>
          </a:r>
          <a:endParaRPr lang="en-US" dirty="0"/>
        </a:p>
      </dgm:t>
    </dgm:pt>
    <dgm:pt modelId="{6DA328F7-E283-47D7-9821-BE99E6F29F35}" type="parTrans" cxnId="{0B8848B1-AB88-44A9-AACA-911A2912BBC9}">
      <dgm:prSet/>
      <dgm:spPr/>
      <dgm:t>
        <a:bodyPr/>
        <a:lstStyle/>
        <a:p>
          <a:endParaRPr lang="en-US"/>
        </a:p>
      </dgm:t>
    </dgm:pt>
    <dgm:pt modelId="{FE76B78D-E098-4868-96D2-05E705F82BB3}" type="sibTrans" cxnId="{0B8848B1-AB88-44A9-AACA-911A2912BBC9}">
      <dgm:prSet/>
      <dgm:spPr/>
      <dgm:t>
        <a:bodyPr/>
        <a:lstStyle/>
        <a:p>
          <a:endParaRPr lang="en-US"/>
        </a:p>
      </dgm:t>
    </dgm:pt>
    <dgm:pt modelId="{63F368AF-63F1-49EC-8E6B-E87F3E7B8402}">
      <dgm:prSet/>
      <dgm:spPr/>
      <dgm:t>
        <a:bodyPr/>
        <a:lstStyle/>
        <a:p>
          <a:r>
            <a:rPr lang="en-SE" dirty="0"/>
            <a:t>A signal is a function that conveys information about a phenomenon. Signals can represent physical quantities such as sound, light, temperature, or electrical voltage.</a:t>
          </a:r>
          <a:endParaRPr lang="en-US" dirty="0"/>
        </a:p>
      </dgm:t>
    </dgm:pt>
    <dgm:pt modelId="{EF637DD0-4A18-4FDF-BBAA-E47A6275DC4D}" type="parTrans" cxnId="{A4018EE8-FBA4-4E25-84AA-17E6463C1B1A}">
      <dgm:prSet/>
      <dgm:spPr/>
      <dgm:t>
        <a:bodyPr/>
        <a:lstStyle/>
        <a:p>
          <a:endParaRPr lang="en-US"/>
        </a:p>
      </dgm:t>
    </dgm:pt>
    <dgm:pt modelId="{14F1E9F5-523E-4210-8ACE-624A0E22DEBC}" type="sibTrans" cxnId="{A4018EE8-FBA4-4E25-84AA-17E6463C1B1A}">
      <dgm:prSet/>
      <dgm:spPr/>
      <dgm:t>
        <a:bodyPr/>
        <a:lstStyle/>
        <a:p>
          <a:endParaRPr lang="en-US"/>
        </a:p>
      </dgm:t>
    </dgm:pt>
    <dgm:pt modelId="{A485C84B-53D4-44FC-A362-069564D4A0BE}" type="pres">
      <dgm:prSet presAssocID="{AD09FB2D-B295-45F7-BF27-F37C6B5CCAA5}" presName="hierChild1" presStyleCnt="0">
        <dgm:presLayoutVars>
          <dgm:chPref val="1"/>
          <dgm:dir/>
          <dgm:animOne val="branch"/>
          <dgm:animLvl val="lvl"/>
          <dgm:resizeHandles/>
        </dgm:presLayoutVars>
      </dgm:prSet>
      <dgm:spPr/>
    </dgm:pt>
    <dgm:pt modelId="{4167263A-D223-4418-AF85-52E6D948CBEF}" type="pres">
      <dgm:prSet presAssocID="{FB3D08FC-756F-4F09-B112-C61A59D015F4}" presName="hierRoot1" presStyleCnt="0"/>
      <dgm:spPr/>
    </dgm:pt>
    <dgm:pt modelId="{DD85B712-9841-47B7-8F66-2D1D923E92A7}" type="pres">
      <dgm:prSet presAssocID="{FB3D08FC-756F-4F09-B112-C61A59D015F4}" presName="composite" presStyleCnt="0"/>
      <dgm:spPr/>
    </dgm:pt>
    <dgm:pt modelId="{3ACC568E-92E1-472E-B5FF-13B9E450810F}" type="pres">
      <dgm:prSet presAssocID="{FB3D08FC-756F-4F09-B112-C61A59D015F4}" presName="background" presStyleLbl="node0" presStyleIdx="0" presStyleCnt="2"/>
      <dgm:spPr/>
    </dgm:pt>
    <dgm:pt modelId="{4E4D814A-7D17-4610-AAF4-DDA806E52CBD}" type="pres">
      <dgm:prSet presAssocID="{FB3D08FC-756F-4F09-B112-C61A59D015F4}" presName="text" presStyleLbl="fgAcc0" presStyleIdx="0" presStyleCnt="2" custLinFactNeighborX="-1065" custLinFactNeighborY="-710">
        <dgm:presLayoutVars>
          <dgm:chPref val="3"/>
        </dgm:presLayoutVars>
      </dgm:prSet>
      <dgm:spPr/>
    </dgm:pt>
    <dgm:pt modelId="{795338D1-1C6A-4D96-867F-50F1F84643F8}" type="pres">
      <dgm:prSet presAssocID="{FB3D08FC-756F-4F09-B112-C61A59D015F4}" presName="hierChild2" presStyleCnt="0"/>
      <dgm:spPr/>
    </dgm:pt>
    <dgm:pt modelId="{E15CAB94-9BFB-4EF4-8FC9-C382AAD7A88C}" type="pres">
      <dgm:prSet presAssocID="{63F368AF-63F1-49EC-8E6B-E87F3E7B8402}" presName="hierRoot1" presStyleCnt="0"/>
      <dgm:spPr/>
    </dgm:pt>
    <dgm:pt modelId="{1C553813-2DCC-47A8-A7B1-52853A6172B1}" type="pres">
      <dgm:prSet presAssocID="{63F368AF-63F1-49EC-8E6B-E87F3E7B8402}" presName="composite" presStyleCnt="0"/>
      <dgm:spPr/>
    </dgm:pt>
    <dgm:pt modelId="{A801B5F2-A87C-4509-BD30-1DE3ADC3B874}" type="pres">
      <dgm:prSet presAssocID="{63F368AF-63F1-49EC-8E6B-E87F3E7B8402}" presName="background" presStyleLbl="node0" presStyleIdx="1" presStyleCnt="2"/>
      <dgm:spPr/>
    </dgm:pt>
    <dgm:pt modelId="{60660E2D-6826-4443-A7D8-F3EC6C8F5FE8}" type="pres">
      <dgm:prSet presAssocID="{63F368AF-63F1-49EC-8E6B-E87F3E7B8402}" presName="text" presStyleLbl="fgAcc0" presStyleIdx="1" presStyleCnt="2">
        <dgm:presLayoutVars>
          <dgm:chPref val="3"/>
        </dgm:presLayoutVars>
      </dgm:prSet>
      <dgm:spPr/>
    </dgm:pt>
    <dgm:pt modelId="{F786C4F0-28F6-4020-8531-889C27E6BE13}" type="pres">
      <dgm:prSet presAssocID="{63F368AF-63F1-49EC-8E6B-E87F3E7B8402}" presName="hierChild2" presStyleCnt="0"/>
      <dgm:spPr/>
    </dgm:pt>
  </dgm:ptLst>
  <dgm:cxnLst>
    <dgm:cxn modelId="{B5E16403-67AE-4761-A244-5B93B6537534}" type="presOf" srcId="{FB3D08FC-756F-4F09-B112-C61A59D015F4}" destId="{4E4D814A-7D17-4610-AAF4-DDA806E52CBD}" srcOrd="0" destOrd="0" presId="urn:microsoft.com/office/officeart/2005/8/layout/hierarchy1"/>
    <dgm:cxn modelId="{0B8848B1-AB88-44A9-AACA-911A2912BBC9}" srcId="{AD09FB2D-B295-45F7-BF27-F37C6B5CCAA5}" destId="{FB3D08FC-756F-4F09-B112-C61A59D015F4}" srcOrd="0" destOrd="0" parTransId="{6DA328F7-E283-47D7-9821-BE99E6F29F35}" sibTransId="{FE76B78D-E098-4868-96D2-05E705F82BB3}"/>
    <dgm:cxn modelId="{138B5FE6-217A-437C-8D2B-1419AC7050F1}" type="presOf" srcId="{63F368AF-63F1-49EC-8E6B-E87F3E7B8402}" destId="{60660E2D-6826-4443-A7D8-F3EC6C8F5FE8}" srcOrd="0" destOrd="0" presId="urn:microsoft.com/office/officeart/2005/8/layout/hierarchy1"/>
    <dgm:cxn modelId="{A4018EE8-FBA4-4E25-84AA-17E6463C1B1A}" srcId="{AD09FB2D-B295-45F7-BF27-F37C6B5CCAA5}" destId="{63F368AF-63F1-49EC-8E6B-E87F3E7B8402}" srcOrd="1" destOrd="0" parTransId="{EF637DD0-4A18-4FDF-BBAA-E47A6275DC4D}" sibTransId="{14F1E9F5-523E-4210-8ACE-624A0E22DEBC}"/>
    <dgm:cxn modelId="{388EDAF0-0675-4DB8-A8AB-3BD7FD8172FD}" type="presOf" srcId="{AD09FB2D-B295-45F7-BF27-F37C6B5CCAA5}" destId="{A485C84B-53D4-44FC-A362-069564D4A0BE}" srcOrd="0" destOrd="0" presId="urn:microsoft.com/office/officeart/2005/8/layout/hierarchy1"/>
    <dgm:cxn modelId="{57C2B07F-B4FE-4EDB-A871-0E219889B949}" type="presParOf" srcId="{A485C84B-53D4-44FC-A362-069564D4A0BE}" destId="{4167263A-D223-4418-AF85-52E6D948CBEF}" srcOrd="0" destOrd="0" presId="urn:microsoft.com/office/officeart/2005/8/layout/hierarchy1"/>
    <dgm:cxn modelId="{84031DB7-6B21-4790-821A-2CAA6E33D377}" type="presParOf" srcId="{4167263A-D223-4418-AF85-52E6D948CBEF}" destId="{DD85B712-9841-47B7-8F66-2D1D923E92A7}" srcOrd="0" destOrd="0" presId="urn:microsoft.com/office/officeart/2005/8/layout/hierarchy1"/>
    <dgm:cxn modelId="{458B5C58-4216-4738-9C6F-456E727ABF6B}" type="presParOf" srcId="{DD85B712-9841-47B7-8F66-2D1D923E92A7}" destId="{3ACC568E-92E1-472E-B5FF-13B9E450810F}" srcOrd="0" destOrd="0" presId="urn:microsoft.com/office/officeart/2005/8/layout/hierarchy1"/>
    <dgm:cxn modelId="{E1522EFF-E9AE-4991-AECE-15D1B49B03E7}" type="presParOf" srcId="{DD85B712-9841-47B7-8F66-2D1D923E92A7}" destId="{4E4D814A-7D17-4610-AAF4-DDA806E52CBD}" srcOrd="1" destOrd="0" presId="urn:microsoft.com/office/officeart/2005/8/layout/hierarchy1"/>
    <dgm:cxn modelId="{A32392EF-605E-42E2-B27F-3B43C139E432}" type="presParOf" srcId="{4167263A-D223-4418-AF85-52E6D948CBEF}" destId="{795338D1-1C6A-4D96-867F-50F1F84643F8}" srcOrd="1" destOrd="0" presId="urn:microsoft.com/office/officeart/2005/8/layout/hierarchy1"/>
    <dgm:cxn modelId="{6D405B59-1C11-4C68-9E2B-C6AC04997E3C}" type="presParOf" srcId="{A485C84B-53D4-44FC-A362-069564D4A0BE}" destId="{E15CAB94-9BFB-4EF4-8FC9-C382AAD7A88C}" srcOrd="1" destOrd="0" presId="urn:microsoft.com/office/officeart/2005/8/layout/hierarchy1"/>
    <dgm:cxn modelId="{76A44570-7DFB-4C4A-BA0F-B1460F69CD28}" type="presParOf" srcId="{E15CAB94-9BFB-4EF4-8FC9-C382AAD7A88C}" destId="{1C553813-2DCC-47A8-A7B1-52853A6172B1}" srcOrd="0" destOrd="0" presId="urn:microsoft.com/office/officeart/2005/8/layout/hierarchy1"/>
    <dgm:cxn modelId="{D8DAA6C0-9E30-4EFB-B5EF-69405F1D8142}" type="presParOf" srcId="{1C553813-2DCC-47A8-A7B1-52853A6172B1}" destId="{A801B5F2-A87C-4509-BD30-1DE3ADC3B874}" srcOrd="0" destOrd="0" presId="urn:microsoft.com/office/officeart/2005/8/layout/hierarchy1"/>
    <dgm:cxn modelId="{C44F9073-1972-460C-9BB5-5CA8CC59772C}" type="presParOf" srcId="{1C553813-2DCC-47A8-A7B1-52853A6172B1}" destId="{60660E2D-6826-4443-A7D8-F3EC6C8F5FE8}" srcOrd="1" destOrd="0" presId="urn:microsoft.com/office/officeart/2005/8/layout/hierarchy1"/>
    <dgm:cxn modelId="{2758A985-187C-4DC6-8A67-9E97AAF4898D}" type="presParOf" srcId="{E15CAB94-9BFB-4EF4-8FC9-C382AAD7A88C}" destId="{F786C4F0-28F6-4020-8531-889C27E6BE13}"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3A19DE1-1682-4E5E-B5AE-DE8BAEDE90C7}"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96BA5DD6-486D-4FCC-AF7E-B0368FD9EF8C}">
      <dgm:prSet/>
      <dgm:spPr/>
      <dgm:t>
        <a:bodyPr/>
        <a:lstStyle/>
        <a:p>
          <a:r>
            <a:rPr lang="en-US" dirty="0"/>
            <a:t>The</a:t>
          </a:r>
          <a:r>
            <a:rPr lang="en-SE" dirty="0"/>
            <a:t> features are divided into:</a:t>
          </a:r>
          <a:endParaRPr lang="en-US" dirty="0"/>
        </a:p>
      </dgm:t>
    </dgm:pt>
    <dgm:pt modelId="{ADB18881-AE60-4651-9560-F6DE8EB909A3}" type="parTrans" cxnId="{4828627F-E7A0-403A-BA52-CE11FA81DFFF}">
      <dgm:prSet/>
      <dgm:spPr/>
      <dgm:t>
        <a:bodyPr/>
        <a:lstStyle/>
        <a:p>
          <a:endParaRPr lang="en-US"/>
        </a:p>
      </dgm:t>
    </dgm:pt>
    <dgm:pt modelId="{99B43894-C734-4CE0-90C3-AE1BF59869FF}" type="sibTrans" cxnId="{4828627F-E7A0-403A-BA52-CE11FA81DFFF}">
      <dgm:prSet/>
      <dgm:spPr/>
      <dgm:t>
        <a:bodyPr/>
        <a:lstStyle/>
        <a:p>
          <a:endParaRPr lang="en-US"/>
        </a:p>
      </dgm:t>
    </dgm:pt>
    <dgm:pt modelId="{A5AA4347-B030-4590-9E72-E551B635D87D}">
      <dgm:prSet/>
      <dgm:spPr/>
      <dgm:t>
        <a:bodyPr/>
        <a:lstStyle/>
        <a:p>
          <a:r>
            <a:rPr lang="en-SE" b="1" dirty="0"/>
            <a:t>Statistical Features (They describe how the </a:t>
          </a:r>
          <a:r>
            <a:rPr lang="en-US" b="1" dirty="0"/>
            <a:t>signals</a:t>
          </a:r>
          <a:r>
            <a:rPr lang="en-SE" b="1" dirty="0"/>
            <a:t> behave)</a:t>
          </a:r>
          <a:endParaRPr lang="en-US" dirty="0"/>
        </a:p>
      </dgm:t>
    </dgm:pt>
    <dgm:pt modelId="{DF82B821-DE84-4F47-8DF1-93CB63B9B956}" type="parTrans" cxnId="{7610969B-1B73-43B6-BDF0-ECE3A14EF414}">
      <dgm:prSet/>
      <dgm:spPr/>
      <dgm:t>
        <a:bodyPr/>
        <a:lstStyle/>
        <a:p>
          <a:endParaRPr lang="en-US"/>
        </a:p>
      </dgm:t>
    </dgm:pt>
    <dgm:pt modelId="{309BE553-6EFF-451D-B345-8179137EE037}" type="sibTrans" cxnId="{7610969B-1B73-43B6-BDF0-ECE3A14EF414}">
      <dgm:prSet/>
      <dgm:spPr/>
      <dgm:t>
        <a:bodyPr/>
        <a:lstStyle/>
        <a:p>
          <a:endParaRPr lang="en-US"/>
        </a:p>
      </dgm:t>
    </dgm:pt>
    <dgm:pt modelId="{92019F9F-CDEA-4ADB-9857-85918E3B442B}">
      <dgm:prSet/>
      <dgm:spPr/>
      <dgm:t>
        <a:bodyPr/>
        <a:lstStyle/>
        <a:p>
          <a:r>
            <a:rPr lang="en-SE" b="1" dirty="0"/>
            <a:t>Frequency Features (They describe the signal in terms of waves)</a:t>
          </a:r>
          <a:endParaRPr lang="en-US" dirty="0"/>
        </a:p>
      </dgm:t>
    </dgm:pt>
    <dgm:pt modelId="{DE08DCEE-1661-402C-9B67-71AD57B678B9}" type="parTrans" cxnId="{69D29A91-8360-447A-8643-DFDD35D9D9A5}">
      <dgm:prSet/>
      <dgm:spPr/>
      <dgm:t>
        <a:bodyPr/>
        <a:lstStyle/>
        <a:p>
          <a:endParaRPr lang="en-US"/>
        </a:p>
      </dgm:t>
    </dgm:pt>
    <dgm:pt modelId="{9A63A128-A5F2-4EB6-AD13-87AE3ECF5571}" type="sibTrans" cxnId="{69D29A91-8360-447A-8643-DFDD35D9D9A5}">
      <dgm:prSet/>
      <dgm:spPr/>
      <dgm:t>
        <a:bodyPr/>
        <a:lstStyle/>
        <a:p>
          <a:endParaRPr lang="en-US"/>
        </a:p>
      </dgm:t>
    </dgm:pt>
    <dgm:pt modelId="{409A0AFA-61AB-42C9-8CE2-6F385F234856}" type="pres">
      <dgm:prSet presAssocID="{43A19DE1-1682-4E5E-B5AE-DE8BAEDE90C7}" presName="linear" presStyleCnt="0">
        <dgm:presLayoutVars>
          <dgm:animLvl val="lvl"/>
          <dgm:resizeHandles val="exact"/>
        </dgm:presLayoutVars>
      </dgm:prSet>
      <dgm:spPr/>
    </dgm:pt>
    <dgm:pt modelId="{DD1BC585-DAC9-4E54-B685-EAF1274BB83C}" type="pres">
      <dgm:prSet presAssocID="{96BA5DD6-486D-4FCC-AF7E-B0368FD9EF8C}" presName="parentText" presStyleLbl="node1" presStyleIdx="0" presStyleCnt="3" custLinFactNeighborY="-22545">
        <dgm:presLayoutVars>
          <dgm:chMax val="0"/>
          <dgm:bulletEnabled val="1"/>
        </dgm:presLayoutVars>
      </dgm:prSet>
      <dgm:spPr/>
    </dgm:pt>
    <dgm:pt modelId="{4C0A7984-9DCD-4E6D-8B1E-B8CBE5AF6143}" type="pres">
      <dgm:prSet presAssocID="{99B43894-C734-4CE0-90C3-AE1BF59869FF}" presName="spacer" presStyleCnt="0"/>
      <dgm:spPr/>
    </dgm:pt>
    <dgm:pt modelId="{CAA14B89-72DE-46BA-83CE-BD93DB74B476}" type="pres">
      <dgm:prSet presAssocID="{A5AA4347-B030-4590-9E72-E551B635D87D}" presName="parentText" presStyleLbl="node1" presStyleIdx="1" presStyleCnt="3">
        <dgm:presLayoutVars>
          <dgm:chMax val="0"/>
          <dgm:bulletEnabled val="1"/>
        </dgm:presLayoutVars>
      </dgm:prSet>
      <dgm:spPr/>
    </dgm:pt>
    <dgm:pt modelId="{F5A7713F-9342-4E53-A90A-23D9C5CD709C}" type="pres">
      <dgm:prSet presAssocID="{309BE553-6EFF-451D-B345-8179137EE037}" presName="spacer" presStyleCnt="0"/>
      <dgm:spPr/>
    </dgm:pt>
    <dgm:pt modelId="{16EA84E7-2258-4A06-B33F-4FEF9D11CF66}" type="pres">
      <dgm:prSet presAssocID="{92019F9F-CDEA-4ADB-9857-85918E3B442B}" presName="parentText" presStyleLbl="node1" presStyleIdx="2" presStyleCnt="3">
        <dgm:presLayoutVars>
          <dgm:chMax val="0"/>
          <dgm:bulletEnabled val="1"/>
        </dgm:presLayoutVars>
      </dgm:prSet>
      <dgm:spPr/>
    </dgm:pt>
  </dgm:ptLst>
  <dgm:cxnLst>
    <dgm:cxn modelId="{283B7C27-E7FF-487B-8E4A-514987B3F4D8}" type="presOf" srcId="{43A19DE1-1682-4E5E-B5AE-DE8BAEDE90C7}" destId="{409A0AFA-61AB-42C9-8CE2-6F385F234856}" srcOrd="0" destOrd="0" presId="urn:microsoft.com/office/officeart/2005/8/layout/vList2"/>
    <dgm:cxn modelId="{4828627F-E7A0-403A-BA52-CE11FA81DFFF}" srcId="{43A19DE1-1682-4E5E-B5AE-DE8BAEDE90C7}" destId="{96BA5DD6-486D-4FCC-AF7E-B0368FD9EF8C}" srcOrd="0" destOrd="0" parTransId="{ADB18881-AE60-4651-9560-F6DE8EB909A3}" sibTransId="{99B43894-C734-4CE0-90C3-AE1BF59869FF}"/>
    <dgm:cxn modelId="{69D29A91-8360-447A-8643-DFDD35D9D9A5}" srcId="{43A19DE1-1682-4E5E-B5AE-DE8BAEDE90C7}" destId="{92019F9F-CDEA-4ADB-9857-85918E3B442B}" srcOrd="2" destOrd="0" parTransId="{DE08DCEE-1661-402C-9B67-71AD57B678B9}" sibTransId="{9A63A128-A5F2-4EB6-AD13-87AE3ECF5571}"/>
    <dgm:cxn modelId="{FC21449A-E284-492C-AB94-39FE7D948E86}" type="presOf" srcId="{96BA5DD6-486D-4FCC-AF7E-B0368FD9EF8C}" destId="{DD1BC585-DAC9-4E54-B685-EAF1274BB83C}" srcOrd="0" destOrd="0" presId="urn:microsoft.com/office/officeart/2005/8/layout/vList2"/>
    <dgm:cxn modelId="{7610969B-1B73-43B6-BDF0-ECE3A14EF414}" srcId="{43A19DE1-1682-4E5E-B5AE-DE8BAEDE90C7}" destId="{A5AA4347-B030-4590-9E72-E551B635D87D}" srcOrd="1" destOrd="0" parTransId="{DF82B821-DE84-4F47-8DF1-93CB63B9B956}" sibTransId="{309BE553-6EFF-451D-B345-8179137EE037}"/>
    <dgm:cxn modelId="{E7B029A0-AB3F-4A21-87AD-7FFBEA832273}" type="presOf" srcId="{92019F9F-CDEA-4ADB-9857-85918E3B442B}" destId="{16EA84E7-2258-4A06-B33F-4FEF9D11CF66}" srcOrd="0" destOrd="0" presId="urn:microsoft.com/office/officeart/2005/8/layout/vList2"/>
    <dgm:cxn modelId="{40BC4BC5-B154-4034-8517-7A35B0FA3123}" type="presOf" srcId="{A5AA4347-B030-4590-9E72-E551B635D87D}" destId="{CAA14B89-72DE-46BA-83CE-BD93DB74B476}" srcOrd="0" destOrd="0" presId="urn:microsoft.com/office/officeart/2005/8/layout/vList2"/>
    <dgm:cxn modelId="{00504562-4765-4C81-ADF9-47184037F51A}" type="presParOf" srcId="{409A0AFA-61AB-42C9-8CE2-6F385F234856}" destId="{DD1BC585-DAC9-4E54-B685-EAF1274BB83C}" srcOrd="0" destOrd="0" presId="urn:microsoft.com/office/officeart/2005/8/layout/vList2"/>
    <dgm:cxn modelId="{ACA9285F-A62C-4C6D-8DB9-BCBE038B0818}" type="presParOf" srcId="{409A0AFA-61AB-42C9-8CE2-6F385F234856}" destId="{4C0A7984-9DCD-4E6D-8B1E-B8CBE5AF6143}" srcOrd="1" destOrd="0" presId="urn:microsoft.com/office/officeart/2005/8/layout/vList2"/>
    <dgm:cxn modelId="{C820AC29-D046-4300-BEFD-88840C7DE19C}" type="presParOf" srcId="{409A0AFA-61AB-42C9-8CE2-6F385F234856}" destId="{CAA14B89-72DE-46BA-83CE-BD93DB74B476}" srcOrd="2" destOrd="0" presId="urn:microsoft.com/office/officeart/2005/8/layout/vList2"/>
    <dgm:cxn modelId="{4AEB0097-E665-4D5D-A13B-810781C11615}" type="presParOf" srcId="{409A0AFA-61AB-42C9-8CE2-6F385F234856}" destId="{F5A7713F-9342-4E53-A90A-23D9C5CD709C}" srcOrd="3" destOrd="0" presId="urn:microsoft.com/office/officeart/2005/8/layout/vList2"/>
    <dgm:cxn modelId="{78379565-176A-45F7-A816-A4757B9C6840}" type="presParOf" srcId="{409A0AFA-61AB-42C9-8CE2-6F385F234856}" destId="{16EA84E7-2258-4A06-B33F-4FEF9D11CF66}"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11CC1B4-E53B-4BB8-9B33-A40C930792C9}"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AACCDEC5-A7F5-4334-A9DD-7A736B7A2C04}">
      <dgm:prSet/>
      <dgm:spPr/>
      <dgm:t>
        <a:bodyPr/>
        <a:lstStyle/>
        <a:p>
          <a:r>
            <a:rPr lang="en-SE" b="1"/>
            <a:t>Statistical Features</a:t>
          </a:r>
          <a:r>
            <a:rPr lang="en-US" b="1"/>
            <a:t>: </a:t>
          </a:r>
          <a:endParaRPr lang="en-US"/>
        </a:p>
      </dgm:t>
    </dgm:pt>
    <dgm:pt modelId="{D7CC479B-DAB3-4497-94D7-8AE83903EDC5}" type="parTrans" cxnId="{F5B92D0A-4724-4D23-BA78-502B8FA71756}">
      <dgm:prSet/>
      <dgm:spPr/>
      <dgm:t>
        <a:bodyPr/>
        <a:lstStyle/>
        <a:p>
          <a:endParaRPr lang="en-US"/>
        </a:p>
      </dgm:t>
    </dgm:pt>
    <dgm:pt modelId="{C4BAD295-A336-44E7-ABCB-556336BE5DB2}" type="sibTrans" cxnId="{F5B92D0A-4724-4D23-BA78-502B8FA71756}">
      <dgm:prSet/>
      <dgm:spPr/>
      <dgm:t>
        <a:bodyPr/>
        <a:lstStyle/>
        <a:p>
          <a:endParaRPr lang="en-US"/>
        </a:p>
      </dgm:t>
    </dgm:pt>
    <dgm:pt modelId="{D4F33C70-A307-4EE6-97EB-FFF04796AC00}">
      <dgm:prSet/>
      <dgm:spPr/>
      <dgm:t>
        <a:bodyPr/>
        <a:lstStyle/>
        <a:p>
          <a:r>
            <a:rPr lang="en-SE" b="1" dirty="0"/>
            <a:t>Mean</a:t>
          </a:r>
          <a:r>
            <a:rPr lang="en-SE" dirty="0"/>
            <a:t> – The average value (sum of all numbers divided by how many numbers there are).</a:t>
          </a:r>
          <a:endParaRPr lang="en-US" dirty="0"/>
        </a:p>
      </dgm:t>
    </dgm:pt>
    <dgm:pt modelId="{13D181AF-F823-4E5D-9D69-B9411469FF6A}" type="parTrans" cxnId="{AA9F5840-C4D1-4697-AA68-3981F4277D41}">
      <dgm:prSet/>
      <dgm:spPr/>
      <dgm:t>
        <a:bodyPr/>
        <a:lstStyle/>
        <a:p>
          <a:endParaRPr lang="en-US"/>
        </a:p>
      </dgm:t>
    </dgm:pt>
    <dgm:pt modelId="{8501AA25-7137-4B2B-AE88-D566FCEC4D3E}" type="sibTrans" cxnId="{AA9F5840-C4D1-4697-AA68-3981F4277D41}">
      <dgm:prSet/>
      <dgm:spPr/>
      <dgm:t>
        <a:bodyPr/>
        <a:lstStyle/>
        <a:p>
          <a:endParaRPr lang="en-US"/>
        </a:p>
      </dgm:t>
    </dgm:pt>
    <dgm:pt modelId="{021F3523-BF6D-47EA-92D2-4BCAB1098FA3}">
      <dgm:prSet/>
      <dgm:spPr/>
      <dgm:t>
        <a:bodyPr/>
        <a:lstStyle/>
        <a:p>
          <a:r>
            <a:rPr lang="en-SE" b="1" dirty="0"/>
            <a:t>Standard Deviation (std)</a:t>
          </a:r>
          <a:r>
            <a:rPr lang="en-SE" dirty="0"/>
            <a:t> – Tells us how much the numbers spread out from the average.</a:t>
          </a:r>
          <a:br>
            <a:rPr lang="en-SE" dirty="0"/>
          </a:br>
          <a:r>
            <a:rPr lang="en-SE" i="1" dirty="0"/>
            <a:t>Example: If most numbers are close to the mean, std is small. If they are far apart, std is big.</a:t>
          </a:r>
          <a:endParaRPr lang="en-US" dirty="0"/>
        </a:p>
      </dgm:t>
    </dgm:pt>
    <dgm:pt modelId="{3C620223-CAD0-4844-B8E4-65399F41147E}" type="parTrans" cxnId="{111A9DCE-CDB2-4ABF-9F09-B26E70E5D82D}">
      <dgm:prSet/>
      <dgm:spPr/>
      <dgm:t>
        <a:bodyPr/>
        <a:lstStyle/>
        <a:p>
          <a:endParaRPr lang="en-US"/>
        </a:p>
      </dgm:t>
    </dgm:pt>
    <dgm:pt modelId="{FA934E89-5201-4238-B430-87DF4495F2F7}" type="sibTrans" cxnId="{111A9DCE-CDB2-4ABF-9F09-B26E70E5D82D}">
      <dgm:prSet/>
      <dgm:spPr/>
      <dgm:t>
        <a:bodyPr/>
        <a:lstStyle/>
        <a:p>
          <a:endParaRPr lang="en-US"/>
        </a:p>
      </dgm:t>
    </dgm:pt>
    <dgm:pt modelId="{24586E70-CCEB-439B-9EFF-F2E59633BC5E}">
      <dgm:prSet/>
      <dgm:spPr/>
      <dgm:t>
        <a:bodyPr/>
        <a:lstStyle/>
        <a:p>
          <a:r>
            <a:rPr lang="en-SE" b="1" dirty="0"/>
            <a:t>Max &amp; Min</a:t>
          </a:r>
          <a:r>
            <a:rPr lang="en-SE" dirty="0"/>
            <a:t> – The biggest and smallest numbers in the dataset.</a:t>
          </a:r>
          <a:endParaRPr lang="en-US" dirty="0"/>
        </a:p>
      </dgm:t>
    </dgm:pt>
    <dgm:pt modelId="{C9070A5F-F6E0-4153-A409-D91D011921EC}" type="parTrans" cxnId="{15B18778-5080-4682-B1AC-5BD01F3114DA}">
      <dgm:prSet/>
      <dgm:spPr/>
      <dgm:t>
        <a:bodyPr/>
        <a:lstStyle/>
        <a:p>
          <a:endParaRPr lang="en-US"/>
        </a:p>
      </dgm:t>
    </dgm:pt>
    <dgm:pt modelId="{EA1FCE2A-AD30-4B5E-A1B3-2E1A9C9BC424}" type="sibTrans" cxnId="{15B18778-5080-4682-B1AC-5BD01F3114DA}">
      <dgm:prSet/>
      <dgm:spPr/>
      <dgm:t>
        <a:bodyPr/>
        <a:lstStyle/>
        <a:p>
          <a:endParaRPr lang="en-US"/>
        </a:p>
      </dgm:t>
    </dgm:pt>
    <dgm:pt modelId="{ED17C7BD-DB3B-4DBF-9255-505E70A3980F}">
      <dgm:prSet/>
      <dgm:spPr/>
      <dgm:t>
        <a:bodyPr/>
        <a:lstStyle/>
        <a:p>
          <a:r>
            <a:rPr lang="en-SE" b="1" dirty="0"/>
            <a:t>Range</a:t>
          </a:r>
          <a:r>
            <a:rPr lang="en-SE" dirty="0"/>
            <a:t> – The difference between the max and min.</a:t>
          </a:r>
          <a:endParaRPr lang="en-US" dirty="0"/>
        </a:p>
      </dgm:t>
    </dgm:pt>
    <dgm:pt modelId="{13359908-2B20-4D63-9A8A-4EC6012E4FA8}" type="parTrans" cxnId="{3BC079F5-CB2E-47F9-BC04-FC75E5E1E325}">
      <dgm:prSet/>
      <dgm:spPr/>
      <dgm:t>
        <a:bodyPr/>
        <a:lstStyle/>
        <a:p>
          <a:endParaRPr lang="en-US"/>
        </a:p>
      </dgm:t>
    </dgm:pt>
    <dgm:pt modelId="{FD511146-AEB7-4952-B650-C3138D7623B7}" type="sibTrans" cxnId="{3BC079F5-CB2E-47F9-BC04-FC75E5E1E325}">
      <dgm:prSet/>
      <dgm:spPr/>
      <dgm:t>
        <a:bodyPr/>
        <a:lstStyle/>
        <a:p>
          <a:endParaRPr lang="en-US"/>
        </a:p>
      </dgm:t>
    </dgm:pt>
    <dgm:pt modelId="{D006FCCA-2E5D-4D97-B631-70C34D3FFA73}">
      <dgm:prSet/>
      <dgm:spPr/>
      <dgm:t>
        <a:bodyPr/>
        <a:lstStyle/>
        <a:p>
          <a:r>
            <a:rPr lang="en-SE" b="1" dirty="0"/>
            <a:t>Skewness</a:t>
          </a:r>
          <a:r>
            <a:rPr lang="en-SE" dirty="0"/>
            <a:t> – Tells us if the data leans more to one side (not balanced).</a:t>
          </a:r>
          <a:br>
            <a:rPr lang="en-SE" dirty="0"/>
          </a:br>
          <a:r>
            <a:rPr lang="en-SE" i="1" dirty="0"/>
            <a:t>Example: If most students score low but a few score very high, the data is skewed.</a:t>
          </a:r>
          <a:endParaRPr lang="en-US" dirty="0"/>
        </a:p>
      </dgm:t>
    </dgm:pt>
    <dgm:pt modelId="{9167B9D2-9E48-4407-A292-2D0E0AEBB022}" type="parTrans" cxnId="{6DD79727-3FEC-43C8-A474-D5DA27BA2758}">
      <dgm:prSet/>
      <dgm:spPr/>
      <dgm:t>
        <a:bodyPr/>
        <a:lstStyle/>
        <a:p>
          <a:endParaRPr lang="en-US"/>
        </a:p>
      </dgm:t>
    </dgm:pt>
    <dgm:pt modelId="{DCBDF7E7-230D-4D23-9FC2-AFE0BB2FE55D}" type="sibTrans" cxnId="{6DD79727-3FEC-43C8-A474-D5DA27BA2758}">
      <dgm:prSet/>
      <dgm:spPr/>
      <dgm:t>
        <a:bodyPr/>
        <a:lstStyle/>
        <a:p>
          <a:endParaRPr lang="en-US"/>
        </a:p>
      </dgm:t>
    </dgm:pt>
    <dgm:pt modelId="{BE93057F-88C9-46EB-9D6A-A494594A381B}">
      <dgm:prSet/>
      <dgm:spPr/>
      <dgm:t>
        <a:bodyPr/>
        <a:lstStyle/>
        <a:p>
          <a:r>
            <a:rPr lang="en-SE" b="1" dirty="0"/>
            <a:t>Kurtosis</a:t>
          </a:r>
          <a:r>
            <a:rPr lang="en-SE" dirty="0"/>
            <a:t> – Measures whether the data has sharp peaks or flat areas.</a:t>
          </a:r>
          <a:br>
            <a:rPr lang="en-SE" dirty="0"/>
          </a:br>
          <a:r>
            <a:rPr lang="en-SE" i="1" dirty="0"/>
            <a:t>Example: sharp peaks mean high kurtosis.</a:t>
          </a:r>
          <a:endParaRPr lang="en-US" dirty="0"/>
        </a:p>
      </dgm:t>
    </dgm:pt>
    <dgm:pt modelId="{AABF6194-C7B5-4E97-BB55-BCA8B7FE0A34}" type="parTrans" cxnId="{71B1E63E-8B8D-4492-8BAA-218A51E0C497}">
      <dgm:prSet/>
      <dgm:spPr/>
      <dgm:t>
        <a:bodyPr/>
        <a:lstStyle/>
        <a:p>
          <a:endParaRPr lang="en-US"/>
        </a:p>
      </dgm:t>
    </dgm:pt>
    <dgm:pt modelId="{6CFF31E6-ED46-4C18-BF1F-5550BA03DF92}" type="sibTrans" cxnId="{71B1E63E-8B8D-4492-8BAA-218A51E0C497}">
      <dgm:prSet/>
      <dgm:spPr/>
      <dgm:t>
        <a:bodyPr/>
        <a:lstStyle/>
        <a:p>
          <a:endParaRPr lang="en-US"/>
        </a:p>
      </dgm:t>
    </dgm:pt>
    <dgm:pt modelId="{E8059864-451A-4E29-878B-BCDC70019A0D}" type="pres">
      <dgm:prSet presAssocID="{411CC1B4-E53B-4BB8-9B33-A40C930792C9}" presName="linear" presStyleCnt="0">
        <dgm:presLayoutVars>
          <dgm:animLvl val="lvl"/>
          <dgm:resizeHandles val="exact"/>
        </dgm:presLayoutVars>
      </dgm:prSet>
      <dgm:spPr/>
    </dgm:pt>
    <dgm:pt modelId="{B9321305-59C7-41F2-93A1-5AAB42ED1E11}" type="pres">
      <dgm:prSet presAssocID="{AACCDEC5-A7F5-4334-A9DD-7A736B7A2C04}" presName="parentText" presStyleLbl="node1" presStyleIdx="0" presStyleCnt="1">
        <dgm:presLayoutVars>
          <dgm:chMax val="0"/>
          <dgm:bulletEnabled val="1"/>
        </dgm:presLayoutVars>
      </dgm:prSet>
      <dgm:spPr/>
    </dgm:pt>
    <dgm:pt modelId="{CA777BA5-DFFF-49F7-B401-4BF7DE1C2648}" type="pres">
      <dgm:prSet presAssocID="{AACCDEC5-A7F5-4334-A9DD-7A736B7A2C04}" presName="childText" presStyleLbl="revTx" presStyleIdx="0" presStyleCnt="1">
        <dgm:presLayoutVars>
          <dgm:bulletEnabled val="1"/>
        </dgm:presLayoutVars>
      </dgm:prSet>
      <dgm:spPr/>
    </dgm:pt>
  </dgm:ptLst>
  <dgm:cxnLst>
    <dgm:cxn modelId="{F5B92D0A-4724-4D23-BA78-502B8FA71756}" srcId="{411CC1B4-E53B-4BB8-9B33-A40C930792C9}" destId="{AACCDEC5-A7F5-4334-A9DD-7A736B7A2C04}" srcOrd="0" destOrd="0" parTransId="{D7CC479B-DAB3-4497-94D7-8AE83903EDC5}" sibTransId="{C4BAD295-A336-44E7-ABCB-556336BE5DB2}"/>
    <dgm:cxn modelId="{D9E4DB19-7951-4560-8B49-9DFA5BD6C044}" type="presOf" srcId="{D4F33C70-A307-4EE6-97EB-FFF04796AC00}" destId="{CA777BA5-DFFF-49F7-B401-4BF7DE1C2648}" srcOrd="0" destOrd="0" presId="urn:microsoft.com/office/officeart/2005/8/layout/vList2"/>
    <dgm:cxn modelId="{6DD79727-3FEC-43C8-A474-D5DA27BA2758}" srcId="{AACCDEC5-A7F5-4334-A9DD-7A736B7A2C04}" destId="{D006FCCA-2E5D-4D97-B631-70C34D3FFA73}" srcOrd="4" destOrd="0" parTransId="{9167B9D2-9E48-4407-A292-2D0E0AEBB022}" sibTransId="{DCBDF7E7-230D-4D23-9FC2-AFE0BB2FE55D}"/>
    <dgm:cxn modelId="{66485E36-5F0C-40F1-9E0F-C7994321F310}" type="presOf" srcId="{021F3523-BF6D-47EA-92D2-4BCAB1098FA3}" destId="{CA777BA5-DFFF-49F7-B401-4BF7DE1C2648}" srcOrd="0" destOrd="1" presId="urn:microsoft.com/office/officeart/2005/8/layout/vList2"/>
    <dgm:cxn modelId="{71B1E63E-8B8D-4492-8BAA-218A51E0C497}" srcId="{AACCDEC5-A7F5-4334-A9DD-7A736B7A2C04}" destId="{BE93057F-88C9-46EB-9D6A-A494594A381B}" srcOrd="5" destOrd="0" parTransId="{AABF6194-C7B5-4E97-BB55-BCA8B7FE0A34}" sibTransId="{6CFF31E6-ED46-4C18-BF1F-5550BA03DF92}"/>
    <dgm:cxn modelId="{AA9F5840-C4D1-4697-AA68-3981F4277D41}" srcId="{AACCDEC5-A7F5-4334-A9DD-7A736B7A2C04}" destId="{D4F33C70-A307-4EE6-97EB-FFF04796AC00}" srcOrd="0" destOrd="0" parTransId="{13D181AF-F823-4E5D-9D69-B9411469FF6A}" sibTransId="{8501AA25-7137-4B2B-AE88-D566FCEC4D3E}"/>
    <dgm:cxn modelId="{945B5B4B-7630-4F01-960D-0790FA1F72E3}" type="presOf" srcId="{ED17C7BD-DB3B-4DBF-9255-505E70A3980F}" destId="{CA777BA5-DFFF-49F7-B401-4BF7DE1C2648}" srcOrd="0" destOrd="3" presId="urn:microsoft.com/office/officeart/2005/8/layout/vList2"/>
    <dgm:cxn modelId="{15B18778-5080-4682-B1AC-5BD01F3114DA}" srcId="{AACCDEC5-A7F5-4334-A9DD-7A736B7A2C04}" destId="{24586E70-CCEB-439B-9EFF-F2E59633BC5E}" srcOrd="2" destOrd="0" parTransId="{C9070A5F-F6E0-4153-A409-D91D011921EC}" sibTransId="{EA1FCE2A-AD30-4B5E-A1B3-2E1A9C9BC424}"/>
    <dgm:cxn modelId="{54D9B78C-998D-4D68-AF64-AC505A579EAB}" type="presOf" srcId="{24586E70-CCEB-439B-9EFF-F2E59633BC5E}" destId="{CA777BA5-DFFF-49F7-B401-4BF7DE1C2648}" srcOrd="0" destOrd="2" presId="urn:microsoft.com/office/officeart/2005/8/layout/vList2"/>
    <dgm:cxn modelId="{42A6818F-7C78-495E-AC33-16B9AF1B52C2}" type="presOf" srcId="{D006FCCA-2E5D-4D97-B631-70C34D3FFA73}" destId="{CA777BA5-DFFF-49F7-B401-4BF7DE1C2648}" srcOrd="0" destOrd="4" presId="urn:microsoft.com/office/officeart/2005/8/layout/vList2"/>
    <dgm:cxn modelId="{38BCAAAF-E3B3-488F-B52F-69B6781DD5E8}" type="presOf" srcId="{AACCDEC5-A7F5-4334-A9DD-7A736B7A2C04}" destId="{B9321305-59C7-41F2-93A1-5AAB42ED1E11}" srcOrd="0" destOrd="0" presId="urn:microsoft.com/office/officeart/2005/8/layout/vList2"/>
    <dgm:cxn modelId="{4240D8C5-9CF0-476F-A11B-B4AD317F0FA3}" type="presOf" srcId="{411CC1B4-E53B-4BB8-9B33-A40C930792C9}" destId="{E8059864-451A-4E29-878B-BCDC70019A0D}" srcOrd="0" destOrd="0" presId="urn:microsoft.com/office/officeart/2005/8/layout/vList2"/>
    <dgm:cxn modelId="{DF4BCACB-9FD5-448E-BC1B-18C6E1012B1B}" type="presOf" srcId="{BE93057F-88C9-46EB-9D6A-A494594A381B}" destId="{CA777BA5-DFFF-49F7-B401-4BF7DE1C2648}" srcOrd="0" destOrd="5" presId="urn:microsoft.com/office/officeart/2005/8/layout/vList2"/>
    <dgm:cxn modelId="{111A9DCE-CDB2-4ABF-9F09-B26E70E5D82D}" srcId="{AACCDEC5-A7F5-4334-A9DD-7A736B7A2C04}" destId="{021F3523-BF6D-47EA-92D2-4BCAB1098FA3}" srcOrd="1" destOrd="0" parTransId="{3C620223-CAD0-4844-B8E4-65399F41147E}" sibTransId="{FA934E89-5201-4238-B430-87DF4495F2F7}"/>
    <dgm:cxn modelId="{3BC079F5-CB2E-47F9-BC04-FC75E5E1E325}" srcId="{AACCDEC5-A7F5-4334-A9DD-7A736B7A2C04}" destId="{ED17C7BD-DB3B-4DBF-9255-505E70A3980F}" srcOrd="3" destOrd="0" parTransId="{13359908-2B20-4D63-9A8A-4EC6012E4FA8}" sibTransId="{FD511146-AEB7-4952-B650-C3138D7623B7}"/>
    <dgm:cxn modelId="{0DEC3C06-715B-49C2-A6AE-290C8624820D}" type="presParOf" srcId="{E8059864-451A-4E29-878B-BCDC70019A0D}" destId="{B9321305-59C7-41F2-93A1-5AAB42ED1E11}" srcOrd="0" destOrd="0" presId="urn:microsoft.com/office/officeart/2005/8/layout/vList2"/>
    <dgm:cxn modelId="{0245417C-B59E-429B-B088-FF2607AAB968}" type="presParOf" srcId="{E8059864-451A-4E29-878B-BCDC70019A0D}" destId="{CA777BA5-DFFF-49F7-B401-4BF7DE1C2648}"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95F41FC-FCEB-4AEA-A2A5-CE762D2CC835}"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F50EC59E-13BA-4D61-AB13-51226704C761}">
      <dgm:prSet/>
      <dgm:spPr/>
      <dgm:t>
        <a:bodyPr/>
        <a:lstStyle/>
        <a:p>
          <a:pPr>
            <a:lnSpc>
              <a:spcPct val="100000"/>
            </a:lnSpc>
          </a:pPr>
          <a:r>
            <a:rPr lang="en-SE" b="1" dirty="0"/>
            <a:t>Frequency Features </a:t>
          </a:r>
          <a:endParaRPr lang="en-US" dirty="0"/>
        </a:p>
      </dgm:t>
    </dgm:pt>
    <dgm:pt modelId="{CA9C0B35-E805-4094-9E44-878EB4FE115A}" type="parTrans" cxnId="{DE587C17-A275-493F-9866-08748DCE78D6}">
      <dgm:prSet/>
      <dgm:spPr/>
      <dgm:t>
        <a:bodyPr/>
        <a:lstStyle/>
        <a:p>
          <a:endParaRPr lang="en-US"/>
        </a:p>
      </dgm:t>
    </dgm:pt>
    <dgm:pt modelId="{F40C438C-5A7F-46F1-A321-72D75E6B238C}" type="sibTrans" cxnId="{DE587C17-A275-493F-9866-08748DCE78D6}">
      <dgm:prSet/>
      <dgm:spPr/>
      <dgm:t>
        <a:bodyPr/>
        <a:lstStyle/>
        <a:p>
          <a:endParaRPr lang="en-US"/>
        </a:p>
      </dgm:t>
    </dgm:pt>
    <dgm:pt modelId="{356F42E4-9332-494A-A42D-2DD2FD24131B}">
      <dgm:prSet/>
      <dgm:spPr/>
      <dgm:t>
        <a:bodyPr/>
        <a:lstStyle/>
        <a:p>
          <a:pPr>
            <a:lnSpc>
              <a:spcPct val="100000"/>
            </a:lnSpc>
          </a:pPr>
          <a:r>
            <a:rPr lang="en-SE" b="1" dirty="0"/>
            <a:t>Dominant Frequency</a:t>
          </a:r>
          <a:r>
            <a:rPr lang="en-SE" dirty="0"/>
            <a:t> – The most common frequency in the signal.</a:t>
          </a:r>
          <a:endParaRPr lang="en-US" dirty="0"/>
        </a:p>
      </dgm:t>
    </dgm:pt>
    <dgm:pt modelId="{1C7AB7F8-D228-4EB6-BEDD-DE2C5B6430C2}" type="parTrans" cxnId="{E4407D46-6F8B-49D6-9514-0FAB27A78E73}">
      <dgm:prSet/>
      <dgm:spPr/>
      <dgm:t>
        <a:bodyPr/>
        <a:lstStyle/>
        <a:p>
          <a:endParaRPr lang="en-US"/>
        </a:p>
      </dgm:t>
    </dgm:pt>
    <dgm:pt modelId="{AE440A03-2E56-4B06-A2B3-7820F84D8EBF}" type="sibTrans" cxnId="{E4407D46-6F8B-49D6-9514-0FAB27A78E73}">
      <dgm:prSet/>
      <dgm:spPr/>
      <dgm:t>
        <a:bodyPr/>
        <a:lstStyle/>
        <a:p>
          <a:endParaRPr lang="en-US"/>
        </a:p>
      </dgm:t>
    </dgm:pt>
    <dgm:pt modelId="{79748CFC-4AE4-4316-A309-31712C1EEBFA}">
      <dgm:prSet/>
      <dgm:spPr/>
      <dgm:t>
        <a:bodyPr/>
        <a:lstStyle/>
        <a:p>
          <a:pPr>
            <a:lnSpc>
              <a:spcPct val="100000"/>
            </a:lnSpc>
          </a:pPr>
          <a:r>
            <a:rPr lang="en-SE" b="1" dirty="0"/>
            <a:t>Spectral Energy</a:t>
          </a:r>
          <a:r>
            <a:rPr lang="en-SE" dirty="0"/>
            <a:t> – Tells us how much "power" is in the signal.</a:t>
          </a:r>
          <a:br>
            <a:rPr lang="en-SE" dirty="0"/>
          </a:br>
          <a:r>
            <a:rPr lang="en-SE" i="1" dirty="0"/>
            <a:t>Example: Louder sounds have more energy.</a:t>
          </a:r>
          <a:endParaRPr lang="en-US" dirty="0"/>
        </a:p>
      </dgm:t>
    </dgm:pt>
    <dgm:pt modelId="{5F5F7AEE-65ED-4EDA-A7CA-C00479C9F8B7}" type="parTrans" cxnId="{8A09EB68-3A5F-4F70-8397-EDDDC9177758}">
      <dgm:prSet/>
      <dgm:spPr/>
      <dgm:t>
        <a:bodyPr/>
        <a:lstStyle/>
        <a:p>
          <a:endParaRPr lang="en-US"/>
        </a:p>
      </dgm:t>
    </dgm:pt>
    <dgm:pt modelId="{C9C28872-4238-4C2B-938F-7887226A7CC9}" type="sibTrans" cxnId="{8A09EB68-3A5F-4F70-8397-EDDDC9177758}">
      <dgm:prSet/>
      <dgm:spPr/>
      <dgm:t>
        <a:bodyPr/>
        <a:lstStyle/>
        <a:p>
          <a:endParaRPr lang="en-US"/>
        </a:p>
      </dgm:t>
    </dgm:pt>
    <dgm:pt modelId="{33C1EFBB-DA56-482E-B32E-9D1F3B8CCA53}">
      <dgm:prSet/>
      <dgm:spPr/>
      <dgm:t>
        <a:bodyPr/>
        <a:lstStyle/>
        <a:p>
          <a:pPr>
            <a:lnSpc>
              <a:spcPct val="100000"/>
            </a:lnSpc>
          </a:pPr>
          <a:r>
            <a:rPr lang="en-SE" b="1" dirty="0"/>
            <a:t>Spectral Centroid</a:t>
          </a:r>
          <a:r>
            <a:rPr lang="en-SE" dirty="0"/>
            <a:t> – Think of it like the "</a:t>
          </a:r>
          <a:r>
            <a:rPr lang="en-SE" dirty="0" err="1"/>
            <a:t>center</a:t>
          </a:r>
          <a:r>
            <a:rPr lang="en-SE" dirty="0"/>
            <a:t> of gravity" of the sound.</a:t>
          </a:r>
          <a:br>
            <a:rPr lang="en-SE" dirty="0"/>
          </a:br>
          <a:r>
            <a:rPr lang="en-US" i="1" dirty="0"/>
            <a:t>Example: High-pitched sounds have a higher centroid than low-pitched ones, meaning their energy is concentrated more toward the higher frequencies.</a:t>
          </a:r>
          <a:endParaRPr lang="en-US" dirty="0"/>
        </a:p>
      </dgm:t>
    </dgm:pt>
    <dgm:pt modelId="{2CB69D2B-A9AA-4B01-8F20-D0BA2CCBD647}" type="parTrans" cxnId="{EE8C2649-3C66-4AAE-92F2-4488BC098EDA}">
      <dgm:prSet/>
      <dgm:spPr/>
      <dgm:t>
        <a:bodyPr/>
        <a:lstStyle/>
        <a:p>
          <a:endParaRPr lang="en-US"/>
        </a:p>
      </dgm:t>
    </dgm:pt>
    <dgm:pt modelId="{08E5962D-D9C7-4827-BCB0-681354AFD359}" type="sibTrans" cxnId="{EE8C2649-3C66-4AAE-92F2-4488BC098EDA}">
      <dgm:prSet/>
      <dgm:spPr/>
      <dgm:t>
        <a:bodyPr/>
        <a:lstStyle/>
        <a:p>
          <a:endParaRPr lang="en-US"/>
        </a:p>
      </dgm:t>
    </dgm:pt>
    <dgm:pt modelId="{7DD86E6A-03F2-4285-854C-B84BBE96E858}">
      <dgm:prSet/>
      <dgm:spPr/>
      <dgm:t>
        <a:bodyPr/>
        <a:lstStyle/>
        <a:p>
          <a:pPr>
            <a:lnSpc>
              <a:spcPct val="100000"/>
            </a:lnSpc>
          </a:pPr>
          <a:r>
            <a:rPr lang="en-SE" b="1" dirty="0"/>
            <a:t>Spectral Bandwidth</a:t>
          </a:r>
          <a:r>
            <a:rPr lang="en-SE" dirty="0"/>
            <a:t> – Measures how wide the range of frequencies is.</a:t>
          </a:r>
          <a:br>
            <a:rPr lang="en-SE" dirty="0"/>
          </a:br>
          <a:r>
            <a:rPr lang="en-SE" i="1" dirty="0"/>
            <a:t>Example: A single beep has low bandwidth; a mix of sounds has high bandwidth.</a:t>
          </a:r>
          <a:endParaRPr lang="en-US" dirty="0"/>
        </a:p>
      </dgm:t>
    </dgm:pt>
    <dgm:pt modelId="{8ECCEA34-466F-44E4-8233-222A448D37E3}" type="parTrans" cxnId="{B4BCBB7C-C4D4-494A-8B8F-2266FC28E118}">
      <dgm:prSet/>
      <dgm:spPr/>
      <dgm:t>
        <a:bodyPr/>
        <a:lstStyle/>
        <a:p>
          <a:endParaRPr lang="en-US"/>
        </a:p>
      </dgm:t>
    </dgm:pt>
    <dgm:pt modelId="{C99F2328-1103-4A79-923E-FB1CEA41C1CC}" type="sibTrans" cxnId="{B4BCBB7C-C4D4-494A-8B8F-2266FC28E118}">
      <dgm:prSet/>
      <dgm:spPr/>
      <dgm:t>
        <a:bodyPr/>
        <a:lstStyle/>
        <a:p>
          <a:endParaRPr lang="en-US"/>
        </a:p>
      </dgm:t>
    </dgm:pt>
    <dgm:pt modelId="{687BFC5D-75DC-4512-B6C8-6CE33A9B4E1A}">
      <dgm:prSet/>
      <dgm:spPr/>
      <dgm:t>
        <a:bodyPr/>
        <a:lstStyle/>
        <a:p>
          <a:pPr>
            <a:lnSpc>
              <a:spcPct val="100000"/>
            </a:lnSpc>
          </a:pPr>
          <a:r>
            <a:rPr lang="en-SE" b="1" dirty="0"/>
            <a:t>Spectral Flatness</a:t>
          </a:r>
          <a:r>
            <a:rPr lang="en-SE" dirty="0"/>
            <a:t> – Tells us if a sound is smooth (like a whistle) or noisy (like static).</a:t>
          </a:r>
          <a:br>
            <a:rPr lang="en-SE" dirty="0"/>
          </a:br>
          <a:r>
            <a:rPr lang="en-SE" i="1" dirty="0"/>
            <a:t>Example: White noise (like TV static) has high spectral flatness; a pure tone has low spectral flatness.</a:t>
          </a:r>
          <a:endParaRPr lang="en-US" dirty="0"/>
        </a:p>
      </dgm:t>
    </dgm:pt>
    <dgm:pt modelId="{8C9609F6-6104-47A6-BED6-47E614794C65}" type="parTrans" cxnId="{351FFE87-71C0-4AAD-8EB1-19F97598088A}">
      <dgm:prSet/>
      <dgm:spPr/>
      <dgm:t>
        <a:bodyPr/>
        <a:lstStyle/>
        <a:p>
          <a:endParaRPr lang="en-US"/>
        </a:p>
      </dgm:t>
    </dgm:pt>
    <dgm:pt modelId="{FEB2047C-1041-443B-8EBE-C08F5A3FC2D1}" type="sibTrans" cxnId="{351FFE87-71C0-4AAD-8EB1-19F97598088A}">
      <dgm:prSet/>
      <dgm:spPr/>
      <dgm:t>
        <a:bodyPr/>
        <a:lstStyle/>
        <a:p>
          <a:endParaRPr lang="en-US"/>
        </a:p>
      </dgm:t>
    </dgm:pt>
    <dgm:pt modelId="{16D34AE5-DA19-4B3D-ABDC-FA5545501F31}" type="pres">
      <dgm:prSet presAssocID="{395F41FC-FCEB-4AEA-A2A5-CE762D2CC835}" presName="root" presStyleCnt="0">
        <dgm:presLayoutVars>
          <dgm:dir/>
          <dgm:resizeHandles val="exact"/>
        </dgm:presLayoutVars>
      </dgm:prSet>
      <dgm:spPr/>
    </dgm:pt>
    <dgm:pt modelId="{3F636488-1926-4338-B6D1-FD74FB1D0BD4}" type="pres">
      <dgm:prSet presAssocID="{F50EC59E-13BA-4D61-AB13-51226704C761}" presName="compNode" presStyleCnt="0"/>
      <dgm:spPr/>
    </dgm:pt>
    <dgm:pt modelId="{2259AEF9-583D-4F80-B983-7603746F24CE}" type="pres">
      <dgm:prSet presAssocID="{F50EC59E-13BA-4D61-AB13-51226704C761}" presName="bgRect" presStyleLbl="bgShp" presStyleIdx="0" presStyleCnt="6" custScaleY="90909"/>
      <dgm:spPr/>
    </dgm:pt>
    <dgm:pt modelId="{D768BD9E-CE4C-4510-B163-2E5ABE697908}" type="pres">
      <dgm:prSet presAssocID="{F50EC59E-13BA-4D61-AB13-51226704C761}"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eckmark"/>
        </a:ext>
      </dgm:extLst>
    </dgm:pt>
    <dgm:pt modelId="{8C450041-C236-4625-BFB3-D969BB73C9EE}" type="pres">
      <dgm:prSet presAssocID="{F50EC59E-13BA-4D61-AB13-51226704C761}" presName="spaceRect" presStyleCnt="0"/>
      <dgm:spPr/>
    </dgm:pt>
    <dgm:pt modelId="{5A3F22C1-3FB2-4887-B880-443D18843BCE}" type="pres">
      <dgm:prSet presAssocID="{F50EC59E-13BA-4D61-AB13-51226704C761}" presName="parTx" presStyleLbl="revTx" presStyleIdx="0" presStyleCnt="6">
        <dgm:presLayoutVars>
          <dgm:chMax val="0"/>
          <dgm:chPref val="0"/>
        </dgm:presLayoutVars>
      </dgm:prSet>
      <dgm:spPr/>
    </dgm:pt>
    <dgm:pt modelId="{6CD97B35-659C-469B-AC14-1673D080778B}" type="pres">
      <dgm:prSet presAssocID="{F40C438C-5A7F-46F1-A321-72D75E6B238C}" presName="sibTrans" presStyleCnt="0"/>
      <dgm:spPr/>
    </dgm:pt>
    <dgm:pt modelId="{73837BE2-D905-443D-AFA8-74FD6427ED4F}" type="pres">
      <dgm:prSet presAssocID="{356F42E4-9332-494A-A42D-2DD2FD24131B}" presName="compNode" presStyleCnt="0"/>
      <dgm:spPr/>
    </dgm:pt>
    <dgm:pt modelId="{E70725FA-18BB-4B75-B9E1-8EC20B317D8B}" type="pres">
      <dgm:prSet presAssocID="{356F42E4-9332-494A-A42D-2DD2FD24131B}" presName="bgRect" presStyleLbl="bgShp" presStyleIdx="1" presStyleCnt="6"/>
      <dgm:spPr/>
    </dgm:pt>
    <dgm:pt modelId="{1EC9F3DE-806E-4EE9-88FC-77A7CCEE9341}" type="pres">
      <dgm:prSet presAssocID="{356F42E4-9332-494A-A42D-2DD2FD24131B}"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isconnected"/>
        </a:ext>
      </dgm:extLst>
    </dgm:pt>
    <dgm:pt modelId="{814CA5D1-53F2-4D38-B191-E215AB002B5E}" type="pres">
      <dgm:prSet presAssocID="{356F42E4-9332-494A-A42D-2DD2FD24131B}" presName="spaceRect" presStyleCnt="0"/>
      <dgm:spPr/>
    </dgm:pt>
    <dgm:pt modelId="{4330A3C0-40CE-440A-A456-01A9C1DDE973}" type="pres">
      <dgm:prSet presAssocID="{356F42E4-9332-494A-A42D-2DD2FD24131B}" presName="parTx" presStyleLbl="revTx" presStyleIdx="1" presStyleCnt="6">
        <dgm:presLayoutVars>
          <dgm:chMax val="0"/>
          <dgm:chPref val="0"/>
        </dgm:presLayoutVars>
      </dgm:prSet>
      <dgm:spPr/>
    </dgm:pt>
    <dgm:pt modelId="{F42A05CF-ECD7-403B-8DB5-00C5B3FC00B4}" type="pres">
      <dgm:prSet presAssocID="{AE440A03-2E56-4B06-A2B3-7820F84D8EBF}" presName="sibTrans" presStyleCnt="0"/>
      <dgm:spPr/>
    </dgm:pt>
    <dgm:pt modelId="{73453686-6125-490B-AFA1-D8C6C4E4BE73}" type="pres">
      <dgm:prSet presAssocID="{79748CFC-4AE4-4316-A309-31712C1EEBFA}" presName="compNode" presStyleCnt="0"/>
      <dgm:spPr/>
    </dgm:pt>
    <dgm:pt modelId="{5826B4CA-855C-46A5-9975-F7A399117B25}" type="pres">
      <dgm:prSet presAssocID="{79748CFC-4AE4-4316-A309-31712C1EEBFA}" presName="bgRect" presStyleLbl="bgShp" presStyleIdx="2" presStyleCnt="6" custScaleY="156424"/>
      <dgm:spPr/>
    </dgm:pt>
    <dgm:pt modelId="{CA4351DE-0D2D-4154-AB30-996C2FCA2380}" type="pres">
      <dgm:prSet presAssocID="{79748CFC-4AE4-4316-A309-31712C1EEBFA}"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reble clef"/>
        </a:ext>
      </dgm:extLst>
    </dgm:pt>
    <dgm:pt modelId="{58ADC219-091B-4B6B-BD3F-786BEB439DA3}" type="pres">
      <dgm:prSet presAssocID="{79748CFC-4AE4-4316-A309-31712C1EEBFA}" presName="spaceRect" presStyleCnt="0"/>
      <dgm:spPr/>
    </dgm:pt>
    <dgm:pt modelId="{107E9C05-5319-43A0-85E6-B1A3401E793F}" type="pres">
      <dgm:prSet presAssocID="{79748CFC-4AE4-4316-A309-31712C1EEBFA}" presName="parTx" presStyleLbl="revTx" presStyleIdx="2" presStyleCnt="6">
        <dgm:presLayoutVars>
          <dgm:chMax val="0"/>
          <dgm:chPref val="0"/>
        </dgm:presLayoutVars>
      </dgm:prSet>
      <dgm:spPr/>
    </dgm:pt>
    <dgm:pt modelId="{CFBA0891-C8C8-454D-B836-DB4FC8E97EAB}" type="pres">
      <dgm:prSet presAssocID="{C9C28872-4238-4C2B-938F-7887226A7CC9}" presName="sibTrans" presStyleCnt="0"/>
      <dgm:spPr/>
    </dgm:pt>
    <dgm:pt modelId="{70E9D0D9-2D64-43B0-894B-198D88E88F2C}" type="pres">
      <dgm:prSet presAssocID="{33C1EFBB-DA56-482E-B32E-9D1F3B8CCA53}" presName="compNode" presStyleCnt="0"/>
      <dgm:spPr/>
    </dgm:pt>
    <dgm:pt modelId="{4C3146BC-EEE2-42C8-B695-EB16BE040706}" type="pres">
      <dgm:prSet presAssocID="{33C1EFBB-DA56-482E-B32E-9D1F3B8CCA53}" presName="bgRect" presStyleLbl="bgShp" presStyleIdx="3" presStyleCnt="6" custScaleY="117218" custLinFactNeighborY="1059"/>
      <dgm:spPr/>
    </dgm:pt>
    <dgm:pt modelId="{1A81F36F-E70E-48AE-8658-675EE9BDB119}" type="pres">
      <dgm:prSet presAssocID="{33C1EFBB-DA56-482E-B32E-9D1F3B8CCA53}"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Voice"/>
        </a:ext>
      </dgm:extLst>
    </dgm:pt>
    <dgm:pt modelId="{F95CADB2-9554-4101-B825-3A439E971A69}" type="pres">
      <dgm:prSet presAssocID="{33C1EFBB-DA56-482E-B32E-9D1F3B8CCA53}" presName="spaceRect" presStyleCnt="0"/>
      <dgm:spPr/>
    </dgm:pt>
    <dgm:pt modelId="{48826BE4-C2C1-4862-9120-77F2566042AE}" type="pres">
      <dgm:prSet presAssocID="{33C1EFBB-DA56-482E-B32E-9D1F3B8CCA53}" presName="parTx" presStyleLbl="revTx" presStyleIdx="3" presStyleCnt="6">
        <dgm:presLayoutVars>
          <dgm:chMax val="0"/>
          <dgm:chPref val="0"/>
        </dgm:presLayoutVars>
      </dgm:prSet>
      <dgm:spPr/>
    </dgm:pt>
    <dgm:pt modelId="{95889D5C-5CA7-4BDB-BAC6-F11FEBD2E4CC}" type="pres">
      <dgm:prSet presAssocID="{08E5962D-D9C7-4827-BCB0-681354AFD359}" presName="sibTrans" presStyleCnt="0"/>
      <dgm:spPr/>
    </dgm:pt>
    <dgm:pt modelId="{DA97D64D-E1BC-4357-A440-75514115A230}" type="pres">
      <dgm:prSet presAssocID="{7DD86E6A-03F2-4285-854C-B84BBE96E858}" presName="compNode" presStyleCnt="0"/>
      <dgm:spPr/>
    </dgm:pt>
    <dgm:pt modelId="{ABA3194B-D8E6-450D-A5F6-852121E48117}" type="pres">
      <dgm:prSet presAssocID="{7DD86E6A-03F2-4285-854C-B84BBE96E858}" presName="bgRect" presStyleLbl="bgShp" presStyleIdx="4" presStyleCnt="6"/>
      <dgm:spPr/>
    </dgm:pt>
    <dgm:pt modelId="{22F95212-9E0A-4468-A4C4-EAF354D31E02}" type="pres">
      <dgm:prSet presAssocID="{7DD86E6A-03F2-4285-854C-B84BBE96E858}"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Wireless router"/>
        </a:ext>
      </dgm:extLst>
    </dgm:pt>
    <dgm:pt modelId="{8C942F01-36EE-4141-96EA-2D2D199D8B10}" type="pres">
      <dgm:prSet presAssocID="{7DD86E6A-03F2-4285-854C-B84BBE96E858}" presName="spaceRect" presStyleCnt="0"/>
      <dgm:spPr/>
    </dgm:pt>
    <dgm:pt modelId="{E1BE5ECA-BF99-41F7-AA1C-AD1074BBBE11}" type="pres">
      <dgm:prSet presAssocID="{7DD86E6A-03F2-4285-854C-B84BBE96E858}" presName="parTx" presStyleLbl="revTx" presStyleIdx="4" presStyleCnt="6">
        <dgm:presLayoutVars>
          <dgm:chMax val="0"/>
          <dgm:chPref val="0"/>
        </dgm:presLayoutVars>
      </dgm:prSet>
      <dgm:spPr/>
    </dgm:pt>
    <dgm:pt modelId="{A2275485-6910-46E8-8A04-A2B3DCF7DAB4}" type="pres">
      <dgm:prSet presAssocID="{C99F2328-1103-4A79-923E-FB1CEA41C1CC}" presName="sibTrans" presStyleCnt="0"/>
      <dgm:spPr/>
    </dgm:pt>
    <dgm:pt modelId="{9FB4F650-CF0D-4556-BB03-B289C139F659}" type="pres">
      <dgm:prSet presAssocID="{687BFC5D-75DC-4512-B6C8-6CE33A9B4E1A}" presName="compNode" presStyleCnt="0"/>
      <dgm:spPr/>
    </dgm:pt>
    <dgm:pt modelId="{DB2F5748-7750-49AB-8CC4-74770DF0F2CF}" type="pres">
      <dgm:prSet presAssocID="{687BFC5D-75DC-4512-B6C8-6CE33A9B4E1A}" presName="bgRect" presStyleLbl="bgShp" presStyleIdx="5" presStyleCnt="6"/>
      <dgm:spPr/>
    </dgm:pt>
    <dgm:pt modelId="{2AF1A83D-A888-4239-B2A5-0BF161F7484E}" type="pres">
      <dgm:prSet presAssocID="{687BFC5D-75DC-4512-B6C8-6CE33A9B4E1A}"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Deaf"/>
        </a:ext>
      </dgm:extLst>
    </dgm:pt>
    <dgm:pt modelId="{6EC6D128-8BB4-45A2-98BA-9192C3424B41}" type="pres">
      <dgm:prSet presAssocID="{687BFC5D-75DC-4512-B6C8-6CE33A9B4E1A}" presName="spaceRect" presStyleCnt="0"/>
      <dgm:spPr/>
    </dgm:pt>
    <dgm:pt modelId="{A5D3E576-6DD1-4498-BB48-09FB7C6755AD}" type="pres">
      <dgm:prSet presAssocID="{687BFC5D-75DC-4512-B6C8-6CE33A9B4E1A}" presName="parTx" presStyleLbl="revTx" presStyleIdx="5" presStyleCnt="6">
        <dgm:presLayoutVars>
          <dgm:chMax val="0"/>
          <dgm:chPref val="0"/>
        </dgm:presLayoutVars>
      </dgm:prSet>
      <dgm:spPr/>
    </dgm:pt>
  </dgm:ptLst>
  <dgm:cxnLst>
    <dgm:cxn modelId="{DE587C17-A275-493F-9866-08748DCE78D6}" srcId="{395F41FC-FCEB-4AEA-A2A5-CE762D2CC835}" destId="{F50EC59E-13BA-4D61-AB13-51226704C761}" srcOrd="0" destOrd="0" parTransId="{CA9C0B35-E805-4094-9E44-878EB4FE115A}" sibTransId="{F40C438C-5A7F-46F1-A321-72D75E6B238C}"/>
    <dgm:cxn modelId="{E4407D46-6F8B-49D6-9514-0FAB27A78E73}" srcId="{395F41FC-FCEB-4AEA-A2A5-CE762D2CC835}" destId="{356F42E4-9332-494A-A42D-2DD2FD24131B}" srcOrd="1" destOrd="0" parTransId="{1C7AB7F8-D228-4EB6-BEDD-DE2C5B6430C2}" sibTransId="{AE440A03-2E56-4B06-A2B3-7820F84D8EBF}"/>
    <dgm:cxn modelId="{8A09EB68-3A5F-4F70-8397-EDDDC9177758}" srcId="{395F41FC-FCEB-4AEA-A2A5-CE762D2CC835}" destId="{79748CFC-4AE4-4316-A309-31712C1EEBFA}" srcOrd="2" destOrd="0" parTransId="{5F5F7AEE-65ED-4EDA-A7CA-C00479C9F8B7}" sibTransId="{C9C28872-4238-4C2B-938F-7887226A7CC9}"/>
    <dgm:cxn modelId="{EE8C2649-3C66-4AAE-92F2-4488BC098EDA}" srcId="{395F41FC-FCEB-4AEA-A2A5-CE762D2CC835}" destId="{33C1EFBB-DA56-482E-B32E-9D1F3B8CCA53}" srcOrd="3" destOrd="0" parTransId="{2CB69D2B-A9AA-4B01-8F20-D0BA2CCBD647}" sibTransId="{08E5962D-D9C7-4827-BCB0-681354AFD359}"/>
    <dgm:cxn modelId="{B4BCBB7C-C4D4-494A-8B8F-2266FC28E118}" srcId="{395F41FC-FCEB-4AEA-A2A5-CE762D2CC835}" destId="{7DD86E6A-03F2-4285-854C-B84BBE96E858}" srcOrd="4" destOrd="0" parTransId="{8ECCEA34-466F-44E4-8233-222A448D37E3}" sibTransId="{C99F2328-1103-4A79-923E-FB1CEA41C1CC}"/>
    <dgm:cxn modelId="{8926577E-CB61-4DD3-925A-08E571B1BA49}" type="presOf" srcId="{356F42E4-9332-494A-A42D-2DD2FD24131B}" destId="{4330A3C0-40CE-440A-A456-01A9C1DDE973}" srcOrd="0" destOrd="0" presId="urn:microsoft.com/office/officeart/2018/2/layout/IconVerticalSolidList"/>
    <dgm:cxn modelId="{351FFE87-71C0-4AAD-8EB1-19F97598088A}" srcId="{395F41FC-FCEB-4AEA-A2A5-CE762D2CC835}" destId="{687BFC5D-75DC-4512-B6C8-6CE33A9B4E1A}" srcOrd="5" destOrd="0" parTransId="{8C9609F6-6104-47A6-BED6-47E614794C65}" sibTransId="{FEB2047C-1041-443B-8EBE-C08F5A3FC2D1}"/>
    <dgm:cxn modelId="{B9E05291-2B95-4A73-8D46-5C70EA753D72}" type="presOf" srcId="{33C1EFBB-DA56-482E-B32E-9D1F3B8CCA53}" destId="{48826BE4-C2C1-4862-9120-77F2566042AE}" srcOrd="0" destOrd="0" presId="urn:microsoft.com/office/officeart/2018/2/layout/IconVerticalSolidList"/>
    <dgm:cxn modelId="{DFF65295-23A8-4D2E-BF51-F596005F2B11}" type="presOf" srcId="{7DD86E6A-03F2-4285-854C-B84BBE96E858}" destId="{E1BE5ECA-BF99-41F7-AA1C-AD1074BBBE11}" srcOrd="0" destOrd="0" presId="urn:microsoft.com/office/officeart/2018/2/layout/IconVerticalSolidList"/>
    <dgm:cxn modelId="{2082C49C-FDE8-411B-9771-5536FB37CEA4}" type="presOf" srcId="{F50EC59E-13BA-4D61-AB13-51226704C761}" destId="{5A3F22C1-3FB2-4887-B880-443D18843BCE}" srcOrd="0" destOrd="0" presId="urn:microsoft.com/office/officeart/2018/2/layout/IconVerticalSolidList"/>
    <dgm:cxn modelId="{781BC0C6-F863-4E19-B479-664A7B5EBDCD}" type="presOf" srcId="{687BFC5D-75DC-4512-B6C8-6CE33A9B4E1A}" destId="{A5D3E576-6DD1-4498-BB48-09FB7C6755AD}" srcOrd="0" destOrd="0" presId="urn:microsoft.com/office/officeart/2018/2/layout/IconVerticalSolidList"/>
    <dgm:cxn modelId="{A37B39C7-B7C9-4716-8F43-77370F21D55A}" type="presOf" srcId="{395F41FC-FCEB-4AEA-A2A5-CE762D2CC835}" destId="{16D34AE5-DA19-4B3D-ABDC-FA5545501F31}" srcOrd="0" destOrd="0" presId="urn:microsoft.com/office/officeart/2018/2/layout/IconVerticalSolidList"/>
    <dgm:cxn modelId="{3056EFCB-50CF-4E8C-BC74-099E1C677D4B}" type="presOf" srcId="{79748CFC-4AE4-4316-A309-31712C1EEBFA}" destId="{107E9C05-5319-43A0-85E6-B1A3401E793F}" srcOrd="0" destOrd="0" presId="urn:microsoft.com/office/officeart/2018/2/layout/IconVerticalSolidList"/>
    <dgm:cxn modelId="{7F21820B-2370-4192-BCC0-48D817930C57}" type="presParOf" srcId="{16D34AE5-DA19-4B3D-ABDC-FA5545501F31}" destId="{3F636488-1926-4338-B6D1-FD74FB1D0BD4}" srcOrd="0" destOrd="0" presId="urn:microsoft.com/office/officeart/2018/2/layout/IconVerticalSolidList"/>
    <dgm:cxn modelId="{00DE8572-4750-4C4B-A111-3429049ACFA5}" type="presParOf" srcId="{3F636488-1926-4338-B6D1-FD74FB1D0BD4}" destId="{2259AEF9-583D-4F80-B983-7603746F24CE}" srcOrd="0" destOrd="0" presId="urn:microsoft.com/office/officeart/2018/2/layout/IconVerticalSolidList"/>
    <dgm:cxn modelId="{F0F502A3-7820-4FBB-8B8D-A81F3B2BF00E}" type="presParOf" srcId="{3F636488-1926-4338-B6D1-FD74FB1D0BD4}" destId="{D768BD9E-CE4C-4510-B163-2E5ABE697908}" srcOrd="1" destOrd="0" presId="urn:microsoft.com/office/officeart/2018/2/layout/IconVerticalSolidList"/>
    <dgm:cxn modelId="{4AC539F1-EDBB-4870-AD70-08C7D181042C}" type="presParOf" srcId="{3F636488-1926-4338-B6D1-FD74FB1D0BD4}" destId="{8C450041-C236-4625-BFB3-D969BB73C9EE}" srcOrd="2" destOrd="0" presId="urn:microsoft.com/office/officeart/2018/2/layout/IconVerticalSolidList"/>
    <dgm:cxn modelId="{EEFCD4A7-26E7-471C-8EEC-ADD2B54BC922}" type="presParOf" srcId="{3F636488-1926-4338-B6D1-FD74FB1D0BD4}" destId="{5A3F22C1-3FB2-4887-B880-443D18843BCE}" srcOrd="3" destOrd="0" presId="urn:microsoft.com/office/officeart/2018/2/layout/IconVerticalSolidList"/>
    <dgm:cxn modelId="{1FB57452-5095-450B-ADB3-B4956136241C}" type="presParOf" srcId="{16D34AE5-DA19-4B3D-ABDC-FA5545501F31}" destId="{6CD97B35-659C-469B-AC14-1673D080778B}" srcOrd="1" destOrd="0" presId="urn:microsoft.com/office/officeart/2018/2/layout/IconVerticalSolidList"/>
    <dgm:cxn modelId="{CAD79340-8335-4F62-B576-8DA9E1AC74A4}" type="presParOf" srcId="{16D34AE5-DA19-4B3D-ABDC-FA5545501F31}" destId="{73837BE2-D905-443D-AFA8-74FD6427ED4F}" srcOrd="2" destOrd="0" presId="urn:microsoft.com/office/officeart/2018/2/layout/IconVerticalSolidList"/>
    <dgm:cxn modelId="{11A411C3-A233-4EA4-9857-0CE5ACEB0070}" type="presParOf" srcId="{73837BE2-D905-443D-AFA8-74FD6427ED4F}" destId="{E70725FA-18BB-4B75-B9E1-8EC20B317D8B}" srcOrd="0" destOrd="0" presId="urn:microsoft.com/office/officeart/2018/2/layout/IconVerticalSolidList"/>
    <dgm:cxn modelId="{6EBF016C-8D1E-42C1-8C15-2AFD00BEE0AC}" type="presParOf" srcId="{73837BE2-D905-443D-AFA8-74FD6427ED4F}" destId="{1EC9F3DE-806E-4EE9-88FC-77A7CCEE9341}" srcOrd="1" destOrd="0" presId="urn:microsoft.com/office/officeart/2018/2/layout/IconVerticalSolidList"/>
    <dgm:cxn modelId="{7FA74F9B-C70F-4D74-B3B7-E7C827C8BED2}" type="presParOf" srcId="{73837BE2-D905-443D-AFA8-74FD6427ED4F}" destId="{814CA5D1-53F2-4D38-B191-E215AB002B5E}" srcOrd="2" destOrd="0" presId="urn:microsoft.com/office/officeart/2018/2/layout/IconVerticalSolidList"/>
    <dgm:cxn modelId="{63F7E80A-F468-4759-9DA4-E928CF6CF4AB}" type="presParOf" srcId="{73837BE2-D905-443D-AFA8-74FD6427ED4F}" destId="{4330A3C0-40CE-440A-A456-01A9C1DDE973}" srcOrd="3" destOrd="0" presId="urn:microsoft.com/office/officeart/2018/2/layout/IconVerticalSolidList"/>
    <dgm:cxn modelId="{5A30BDFE-07AC-4439-9E12-33136C350D71}" type="presParOf" srcId="{16D34AE5-DA19-4B3D-ABDC-FA5545501F31}" destId="{F42A05CF-ECD7-403B-8DB5-00C5B3FC00B4}" srcOrd="3" destOrd="0" presId="urn:microsoft.com/office/officeart/2018/2/layout/IconVerticalSolidList"/>
    <dgm:cxn modelId="{3CAAEC0A-9731-4C7D-BBE1-C1F5869C722D}" type="presParOf" srcId="{16D34AE5-DA19-4B3D-ABDC-FA5545501F31}" destId="{73453686-6125-490B-AFA1-D8C6C4E4BE73}" srcOrd="4" destOrd="0" presId="urn:microsoft.com/office/officeart/2018/2/layout/IconVerticalSolidList"/>
    <dgm:cxn modelId="{3CCBB27D-3C93-4DC2-9A13-6B0769032BE6}" type="presParOf" srcId="{73453686-6125-490B-AFA1-D8C6C4E4BE73}" destId="{5826B4CA-855C-46A5-9975-F7A399117B25}" srcOrd="0" destOrd="0" presId="urn:microsoft.com/office/officeart/2018/2/layout/IconVerticalSolidList"/>
    <dgm:cxn modelId="{88C67AFE-46B4-4473-B940-893F42264A59}" type="presParOf" srcId="{73453686-6125-490B-AFA1-D8C6C4E4BE73}" destId="{CA4351DE-0D2D-4154-AB30-996C2FCA2380}" srcOrd="1" destOrd="0" presId="urn:microsoft.com/office/officeart/2018/2/layout/IconVerticalSolidList"/>
    <dgm:cxn modelId="{AA0A9EE3-CB05-49C1-9C0E-F50B5C3FA320}" type="presParOf" srcId="{73453686-6125-490B-AFA1-D8C6C4E4BE73}" destId="{58ADC219-091B-4B6B-BD3F-786BEB439DA3}" srcOrd="2" destOrd="0" presId="urn:microsoft.com/office/officeart/2018/2/layout/IconVerticalSolidList"/>
    <dgm:cxn modelId="{5515C760-2BFD-4BD6-B877-9C639AA15B0B}" type="presParOf" srcId="{73453686-6125-490B-AFA1-D8C6C4E4BE73}" destId="{107E9C05-5319-43A0-85E6-B1A3401E793F}" srcOrd="3" destOrd="0" presId="urn:microsoft.com/office/officeart/2018/2/layout/IconVerticalSolidList"/>
    <dgm:cxn modelId="{F38EDE90-6B8F-44BF-B059-FD3ED03FF703}" type="presParOf" srcId="{16D34AE5-DA19-4B3D-ABDC-FA5545501F31}" destId="{CFBA0891-C8C8-454D-B836-DB4FC8E97EAB}" srcOrd="5" destOrd="0" presId="urn:microsoft.com/office/officeart/2018/2/layout/IconVerticalSolidList"/>
    <dgm:cxn modelId="{1A7F5793-03B5-43C7-8D7A-886A629B4BDA}" type="presParOf" srcId="{16D34AE5-DA19-4B3D-ABDC-FA5545501F31}" destId="{70E9D0D9-2D64-43B0-894B-198D88E88F2C}" srcOrd="6" destOrd="0" presId="urn:microsoft.com/office/officeart/2018/2/layout/IconVerticalSolidList"/>
    <dgm:cxn modelId="{2033764E-E4DF-472F-B186-D3A2F388D927}" type="presParOf" srcId="{70E9D0D9-2D64-43B0-894B-198D88E88F2C}" destId="{4C3146BC-EEE2-42C8-B695-EB16BE040706}" srcOrd="0" destOrd="0" presId="urn:microsoft.com/office/officeart/2018/2/layout/IconVerticalSolidList"/>
    <dgm:cxn modelId="{B9421AD4-3126-49C1-88D7-81979D4559E2}" type="presParOf" srcId="{70E9D0D9-2D64-43B0-894B-198D88E88F2C}" destId="{1A81F36F-E70E-48AE-8658-675EE9BDB119}" srcOrd="1" destOrd="0" presId="urn:microsoft.com/office/officeart/2018/2/layout/IconVerticalSolidList"/>
    <dgm:cxn modelId="{2E770DA4-60F0-45A9-B9D4-100AFAD6C4B4}" type="presParOf" srcId="{70E9D0D9-2D64-43B0-894B-198D88E88F2C}" destId="{F95CADB2-9554-4101-B825-3A439E971A69}" srcOrd="2" destOrd="0" presId="urn:microsoft.com/office/officeart/2018/2/layout/IconVerticalSolidList"/>
    <dgm:cxn modelId="{81C1962A-C7D8-45EC-8092-15B2910F7F19}" type="presParOf" srcId="{70E9D0D9-2D64-43B0-894B-198D88E88F2C}" destId="{48826BE4-C2C1-4862-9120-77F2566042AE}" srcOrd="3" destOrd="0" presId="urn:microsoft.com/office/officeart/2018/2/layout/IconVerticalSolidList"/>
    <dgm:cxn modelId="{296B4CFD-079E-40A9-BEAC-EEC1979050F9}" type="presParOf" srcId="{16D34AE5-DA19-4B3D-ABDC-FA5545501F31}" destId="{95889D5C-5CA7-4BDB-BAC6-F11FEBD2E4CC}" srcOrd="7" destOrd="0" presId="urn:microsoft.com/office/officeart/2018/2/layout/IconVerticalSolidList"/>
    <dgm:cxn modelId="{51E5C64D-20E9-417A-902D-CFCDE6953A13}" type="presParOf" srcId="{16D34AE5-DA19-4B3D-ABDC-FA5545501F31}" destId="{DA97D64D-E1BC-4357-A440-75514115A230}" srcOrd="8" destOrd="0" presId="urn:microsoft.com/office/officeart/2018/2/layout/IconVerticalSolidList"/>
    <dgm:cxn modelId="{EB562F44-F676-4F52-816B-CFA79D1480EF}" type="presParOf" srcId="{DA97D64D-E1BC-4357-A440-75514115A230}" destId="{ABA3194B-D8E6-450D-A5F6-852121E48117}" srcOrd="0" destOrd="0" presId="urn:microsoft.com/office/officeart/2018/2/layout/IconVerticalSolidList"/>
    <dgm:cxn modelId="{4D72C38B-16E6-4E4E-8B68-A67D7D3350E3}" type="presParOf" srcId="{DA97D64D-E1BC-4357-A440-75514115A230}" destId="{22F95212-9E0A-4468-A4C4-EAF354D31E02}" srcOrd="1" destOrd="0" presId="urn:microsoft.com/office/officeart/2018/2/layout/IconVerticalSolidList"/>
    <dgm:cxn modelId="{5CB3CDEB-C08A-4990-8AD1-530C5C3902D1}" type="presParOf" srcId="{DA97D64D-E1BC-4357-A440-75514115A230}" destId="{8C942F01-36EE-4141-96EA-2D2D199D8B10}" srcOrd="2" destOrd="0" presId="urn:microsoft.com/office/officeart/2018/2/layout/IconVerticalSolidList"/>
    <dgm:cxn modelId="{0BBF94EA-0DFD-40AD-B4CE-12858843527D}" type="presParOf" srcId="{DA97D64D-E1BC-4357-A440-75514115A230}" destId="{E1BE5ECA-BF99-41F7-AA1C-AD1074BBBE11}" srcOrd="3" destOrd="0" presId="urn:microsoft.com/office/officeart/2018/2/layout/IconVerticalSolidList"/>
    <dgm:cxn modelId="{CC2A25A1-B1D7-443F-80A2-9D7C8363195F}" type="presParOf" srcId="{16D34AE5-DA19-4B3D-ABDC-FA5545501F31}" destId="{A2275485-6910-46E8-8A04-A2B3DCF7DAB4}" srcOrd="9" destOrd="0" presId="urn:microsoft.com/office/officeart/2018/2/layout/IconVerticalSolidList"/>
    <dgm:cxn modelId="{1618DCCD-909E-40CF-8C2F-36692491011E}" type="presParOf" srcId="{16D34AE5-DA19-4B3D-ABDC-FA5545501F31}" destId="{9FB4F650-CF0D-4556-BB03-B289C139F659}" srcOrd="10" destOrd="0" presId="urn:microsoft.com/office/officeart/2018/2/layout/IconVerticalSolidList"/>
    <dgm:cxn modelId="{D5D0101D-991B-4805-8EA0-DAE8DD939428}" type="presParOf" srcId="{9FB4F650-CF0D-4556-BB03-B289C139F659}" destId="{DB2F5748-7750-49AB-8CC4-74770DF0F2CF}" srcOrd="0" destOrd="0" presId="urn:microsoft.com/office/officeart/2018/2/layout/IconVerticalSolidList"/>
    <dgm:cxn modelId="{383D1EDF-7F4A-4304-9D0F-EDE7ECE03D42}" type="presParOf" srcId="{9FB4F650-CF0D-4556-BB03-B289C139F659}" destId="{2AF1A83D-A888-4239-B2A5-0BF161F7484E}" srcOrd="1" destOrd="0" presId="urn:microsoft.com/office/officeart/2018/2/layout/IconVerticalSolidList"/>
    <dgm:cxn modelId="{86BB7516-17E5-415B-888F-ED50D058BBE4}" type="presParOf" srcId="{9FB4F650-CF0D-4556-BB03-B289C139F659}" destId="{6EC6D128-8BB4-45A2-98BA-9192C3424B41}" srcOrd="2" destOrd="0" presId="urn:microsoft.com/office/officeart/2018/2/layout/IconVerticalSolidList"/>
    <dgm:cxn modelId="{564F1D85-34D7-4509-A1CA-FEAB206DA9FE}" type="presParOf" srcId="{9FB4F650-CF0D-4556-BB03-B289C139F659}" destId="{A5D3E576-6DD1-4498-BB48-09FB7C6755A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A4B7C61-4BCF-4991-9B62-821CD5B7A927}" type="doc">
      <dgm:prSet loTypeId="urn:microsoft.com/office/officeart/2005/8/layout/list1" loCatId="list" qsTypeId="urn:microsoft.com/office/officeart/2005/8/quickstyle/simple4" qsCatId="simple" csTypeId="urn:microsoft.com/office/officeart/2005/8/colors/colorful2" csCatId="colorful"/>
      <dgm:spPr/>
      <dgm:t>
        <a:bodyPr/>
        <a:lstStyle/>
        <a:p>
          <a:endParaRPr lang="en-US"/>
        </a:p>
      </dgm:t>
    </dgm:pt>
    <dgm:pt modelId="{1C03DF23-D5E8-4188-A30D-12197CC4FFFF}">
      <dgm:prSet/>
      <dgm:spPr/>
      <dgm:t>
        <a:bodyPr/>
        <a:lstStyle/>
        <a:p>
          <a:r>
            <a:rPr lang="en-SE" b="1" dirty="0"/>
            <a:t>Data Loading and Combination:</a:t>
          </a:r>
          <a:r>
            <a:rPr lang="en-SE" dirty="0"/>
            <a:t> </a:t>
          </a:r>
          <a:endParaRPr lang="en-US" dirty="0"/>
        </a:p>
      </dgm:t>
    </dgm:pt>
    <dgm:pt modelId="{F3529F31-36CF-4E03-A7FF-48F2E5115086}" type="parTrans" cxnId="{52ED816A-AD2B-40E6-BFAA-D0671AE12BBC}">
      <dgm:prSet/>
      <dgm:spPr/>
      <dgm:t>
        <a:bodyPr/>
        <a:lstStyle/>
        <a:p>
          <a:endParaRPr lang="en-US"/>
        </a:p>
      </dgm:t>
    </dgm:pt>
    <dgm:pt modelId="{494C06E7-7D39-4442-9F06-81CBCB5DD645}" type="sibTrans" cxnId="{52ED816A-AD2B-40E6-BFAA-D0671AE12BBC}">
      <dgm:prSet/>
      <dgm:spPr/>
      <dgm:t>
        <a:bodyPr/>
        <a:lstStyle/>
        <a:p>
          <a:endParaRPr lang="en-US"/>
        </a:p>
      </dgm:t>
    </dgm:pt>
    <dgm:pt modelId="{7158C213-CEB0-45BD-85F7-FB48347D7F06}">
      <dgm:prSet/>
      <dgm:spPr/>
      <dgm:t>
        <a:bodyPr/>
        <a:lstStyle/>
        <a:p>
          <a:r>
            <a:rPr lang="en-SE" dirty="0"/>
            <a:t>Load the three datasets using Python.</a:t>
          </a:r>
          <a:endParaRPr lang="en-US" dirty="0"/>
        </a:p>
      </dgm:t>
    </dgm:pt>
    <dgm:pt modelId="{95965F2A-6A29-4A0E-A9C6-B5C924FDBE26}" type="parTrans" cxnId="{207388AD-1302-453D-9E57-7EA7F2B7017D}">
      <dgm:prSet/>
      <dgm:spPr/>
      <dgm:t>
        <a:bodyPr/>
        <a:lstStyle/>
        <a:p>
          <a:endParaRPr lang="en-US"/>
        </a:p>
      </dgm:t>
    </dgm:pt>
    <dgm:pt modelId="{B928FF41-2213-4AC4-A268-3E09D7529B99}" type="sibTrans" cxnId="{207388AD-1302-453D-9E57-7EA7F2B7017D}">
      <dgm:prSet/>
      <dgm:spPr/>
      <dgm:t>
        <a:bodyPr/>
        <a:lstStyle/>
        <a:p>
          <a:endParaRPr lang="en-US"/>
        </a:p>
      </dgm:t>
    </dgm:pt>
    <dgm:pt modelId="{0E551625-6AD5-42A3-898D-E0960989D56C}">
      <dgm:prSet/>
      <dgm:spPr/>
      <dgm:t>
        <a:bodyPr/>
        <a:lstStyle/>
        <a:p>
          <a:r>
            <a:rPr lang="en-SE" dirty="0"/>
            <a:t>Combine the datasets into a single unified dataset.</a:t>
          </a:r>
          <a:endParaRPr lang="en-US" dirty="0"/>
        </a:p>
      </dgm:t>
    </dgm:pt>
    <dgm:pt modelId="{0EA00413-D36C-45D9-A919-8A9554915960}" type="parTrans" cxnId="{B63B1829-418D-4875-99E3-42665C00ABF9}">
      <dgm:prSet/>
      <dgm:spPr/>
      <dgm:t>
        <a:bodyPr/>
        <a:lstStyle/>
        <a:p>
          <a:endParaRPr lang="en-US"/>
        </a:p>
      </dgm:t>
    </dgm:pt>
    <dgm:pt modelId="{066F7846-4AB3-489D-A9FB-118C92FE3368}" type="sibTrans" cxnId="{B63B1829-418D-4875-99E3-42665C00ABF9}">
      <dgm:prSet/>
      <dgm:spPr/>
      <dgm:t>
        <a:bodyPr/>
        <a:lstStyle/>
        <a:p>
          <a:endParaRPr lang="en-US"/>
        </a:p>
      </dgm:t>
    </dgm:pt>
    <dgm:pt modelId="{945FF083-BE15-4C03-80B9-D010B6FCCE98}">
      <dgm:prSet/>
      <dgm:spPr/>
      <dgm:t>
        <a:bodyPr/>
        <a:lstStyle/>
        <a:p>
          <a:r>
            <a:rPr lang="en-SE" b="1" dirty="0"/>
            <a:t>Data Cleaning:</a:t>
          </a:r>
          <a:r>
            <a:rPr lang="en-SE" dirty="0"/>
            <a:t> </a:t>
          </a:r>
          <a:endParaRPr lang="en-US" dirty="0"/>
        </a:p>
      </dgm:t>
    </dgm:pt>
    <dgm:pt modelId="{42A7F57F-8D6D-49C9-8594-AC3337F43AB3}" type="parTrans" cxnId="{2DB71DAB-9996-4ADF-B1EB-D0F58A8C7866}">
      <dgm:prSet/>
      <dgm:spPr/>
      <dgm:t>
        <a:bodyPr/>
        <a:lstStyle/>
        <a:p>
          <a:endParaRPr lang="en-US"/>
        </a:p>
      </dgm:t>
    </dgm:pt>
    <dgm:pt modelId="{71194E80-1382-4711-B0E4-7C718FD1E3C7}" type="sibTrans" cxnId="{2DB71DAB-9996-4ADF-B1EB-D0F58A8C7866}">
      <dgm:prSet/>
      <dgm:spPr/>
      <dgm:t>
        <a:bodyPr/>
        <a:lstStyle/>
        <a:p>
          <a:endParaRPr lang="en-US"/>
        </a:p>
      </dgm:t>
    </dgm:pt>
    <dgm:pt modelId="{71FFCD89-32D6-4E71-8059-B864EC3F52AA}">
      <dgm:prSet/>
      <dgm:spPr/>
      <dgm:t>
        <a:bodyPr/>
        <a:lstStyle/>
        <a:p>
          <a:r>
            <a:rPr lang="en-SE" dirty="0"/>
            <a:t>Remove non-relevant columns (e.g., </a:t>
          </a:r>
          <a:r>
            <a:rPr lang="en-SE" dirty="0" err="1"/>
            <a:t>start_time</a:t>
          </a:r>
          <a:r>
            <a:rPr lang="en-SE" dirty="0"/>
            <a:t>, axle, cluster, tsne_1, and tsne_2).</a:t>
          </a:r>
          <a:endParaRPr lang="en-US" dirty="0"/>
        </a:p>
      </dgm:t>
    </dgm:pt>
    <dgm:pt modelId="{12B79658-104C-4760-8EA6-BB5C323AA7F1}" type="parTrans" cxnId="{BE4A930E-7DBA-4CC9-9E99-970C88395C87}">
      <dgm:prSet/>
      <dgm:spPr/>
      <dgm:t>
        <a:bodyPr/>
        <a:lstStyle/>
        <a:p>
          <a:endParaRPr lang="en-US"/>
        </a:p>
      </dgm:t>
    </dgm:pt>
    <dgm:pt modelId="{6F588CA6-1BD9-4E58-ADA3-22372B3D4565}" type="sibTrans" cxnId="{BE4A930E-7DBA-4CC9-9E99-970C88395C87}">
      <dgm:prSet/>
      <dgm:spPr/>
      <dgm:t>
        <a:bodyPr/>
        <a:lstStyle/>
        <a:p>
          <a:endParaRPr lang="en-US"/>
        </a:p>
      </dgm:t>
    </dgm:pt>
    <dgm:pt modelId="{26B96F79-58B7-4F38-B0FA-7EFF0641378B}">
      <dgm:prSet/>
      <dgm:spPr/>
      <dgm:t>
        <a:bodyPr/>
        <a:lstStyle/>
        <a:p>
          <a:r>
            <a:rPr lang="en-SE" dirty="0"/>
            <a:t>Map the labels such that all normal events become 0 and any other events become 1.</a:t>
          </a:r>
          <a:endParaRPr lang="en-US" dirty="0"/>
        </a:p>
      </dgm:t>
    </dgm:pt>
    <dgm:pt modelId="{C461DBF4-6953-4D3B-A6EC-B70BC48B9421}" type="parTrans" cxnId="{6AF77697-5813-45D3-A154-13A1C11757BB}">
      <dgm:prSet/>
      <dgm:spPr/>
      <dgm:t>
        <a:bodyPr/>
        <a:lstStyle/>
        <a:p>
          <a:endParaRPr lang="en-US"/>
        </a:p>
      </dgm:t>
    </dgm:pt>
    <dgm:pt modelId="{CCD52774-EF64-4A8A-BEC6-64FC08F1290C}" type="sibTrans" cxnId="{6AF77697-5813-45D3-A154-13A1C11757BB}">
      <dgm:prSet/>
      <dgm:spPr/>
      <dgm:t>
        <a:bodyPr/>
        <a:lstStyle/>
        <a:p>
          <a:endParaRPr lang="en-US"/>
        </a:p>
      </dgm:t>
    </dgm:pt>
    <dgm:pt modelId="{BE417639-10BE-4665-9F32-2E467D7E27AC}">
      <dgm:prSet/>
      <dgm:spPr/>
      <dgm:t>
        <a:bodyPr/>
        <a:lstStyle/>
        <a:p>
          <a:r>
            <a:rPr lang="en-SE" b="1" dirty="0"/>
            <a:t>Data Transformation:</a:t>
          </a:r>
          <a:r>
            <a:rPr lang="en-SE" dirty="0"/>
            <a:t> </a:t>
          </a:r>
          <a:endParaRPr lang="en-US" dirty="0"/>
        </a:p>
      </dgm:t>
    </dgm:pt>
    <dgm:pt modelId="{BA0D983D-59C2-4597-A2C0-37CD1505CB5D}" type="parTrans" cxnId="{296E1C3B-B695-4F21-A574-F65D0C30834F}">
      <dgm:prSet/>
      <dgm:spPr/>
      <dgm:t>
        <a:bodyPr/>
        <a:lstStyle/>
        <a:p>
          <a:endParaRPr lang="en-US"/>
        </a:p>
      </dgm:t>
    </dgm:pt>
    <dgm:pt modelId="{6408760E-DE38-4FCE-9BA1-5F42FA11BF8F}" type="sibTrans" cxnId="{296E1C3B-B695-4F21-A574-F65D0C30834F}">
      <dgm:prSet/>
      <dgm:spPr/>
      <dgm:t>
        <a:bodyPr/>
        <a:lstStyle/>
        <a:p>
          <a:endParaRPr lang="en-US"/>
        </a:p>
      </dgm:t>
    </dgm:pt>
    <dgm:pt modelId="{E88F8983-A1BB-491F-BFCC-A1CC8C863FE8}">
      <dgm:prSet/>
      <dgm:spPr/>
      <dgm:t>
        <a:bodyPr/>
        <a:lstStyle/>
        <a:p>
          <a:r>
            <a:rPr lang="en-SE" dirty="0"/>
            <a:t>Normalize the dataset (using techniques such as min-max scaling or standardization) to prepare for further analysis.</a:t>
          </a:r>
          <a:endParaRPr lang="en-US" dirty="0"/>
        </a:p>
      </dgm:t>
    </dgm:pt>
    <dgm:pt modelId="{A1AFD73D-278E-49E4-9819-AA5F1694E8C3}" type="parTrans" cxnId="{6099534C-9CC3-4D0A-B97A-C6F92C97F74F}">
      <dgm:prSet/>
      <dgm:spPr/>
      <dgm:t>
        <a:bodyPr/>
        <a:lstStyle/>
        <a:p>
          <a:endParaRPr lang="en-US"/>
        </a:p>
      </dgm:t>
    </dgm:pt>
    <dgm:pt modelId="{C48F9165-8F4E-453A-B1E2-15E0359D2F25}" type="sibTrans" cxnId="{6099534C-9CC3-4D0A-B97A-C6F92C97F74F}">
      <dgm:prSet/>
      <dgm:spPr/>
      <dgm:t>
        <a:bodyPr/>
        <a:lstStyle/>
        <a:p>
          <a:endParaRPr lang="en-US"/>
        </a:p>
      </dgm:t>
    </dgm:pt>
    <dgm:pt modelId="{7D856F87-EA2D-476F-8F06-27AD62A73F1F}">
      <dgm:prSet/>
      <dgm:spPr/>
      <dgm:t>
        <a:bodyPr/>
        <a:lstStyle/>
        <a:p>
          <a:r>
            <a:rPr lang="en-SE" b="1" dirty="0"/>
            <a:t>Dataset Splitting:</a:t>
          </a:r>
          <a:r>
            <a:rPr lang="en-SE" dirty="0"/>
            <a:t> </a:t>
          </a:r>
          <a:endParaRPr lang="en-US" dirty="0"/>
        </a:p>
      </dgm:t>
    </dgm:pt>
    <dgm:pt modelId="{3A2F1DF4-D5F0-4F25-AF37-CC347E4ECFB6}" type="parTrans" cxnId="{91A8E550-8B36-4BC0-9EC5-28048F6A0DB1}">
      <dgm:prSet/>
      <dgm:spPr/>
      <dgm:t>
        <a:bodyPr/>
        <a:lstStyle/>
        <a:p>
          <a:endParaRPr lang="en-US"/>
        </a:p>
      </dgm:t>
    </dgm:pt>
    <dgm:pt modelId="{7EF95610-C58E-4A0F-9F50-C809B25FA5D7}" type="sibTrans" cxnId="{91A8E550-8B36-4BC0-9EC5-28048F6A0DB1}">
      <dgm:prSet/>
      <dgm:spPr/>
      <dgm:t>
        <a:bodyPr/>
        <a:lstStyle/>
        <a:p>
          <a:endParaRPr lang="en-US"/>
        </a:p>
      </dgm:t>
    </dgm:pt>
    <dgm:pt modelId="{710B9018-1C79-4EA6-870C-9CA85F931DFF}">
      <dgm:prSet/>
      <dgm:spPr/>
      <dgm:t>
        <a:bodyPr/>
        <a:lstStyle/>
        <a:p>
          <a:r>
            <a:rPr lang="en-SE" dirty="0"/>
            <a:t>Split the data into training and testing sets using an 80/20 ratio, ensuring proper distribution of events.</a:t>
          </a:r>
          <a:endParaRPr lang="en-US" dirty="0"/>
        </a:p>
      </dgm:t>
    </dgm:pt>
    <dgm:pt modelId="{5BC86573-7CCB-4875-9A18-2D413A7CFB28}" type="parTrans" cxnId="{C5B5E098-3077-404B-87DD-C34D03944107}">
      <dgm:prSet/>
      <dgm:spPr/>
      <dgm:t>
        <a:bodyPr/>
        <a:lstStyle/>
        <a:p>
          <a:endParaRPr lang="en-US"/>
        </a:p>
      </dgm:t>
    </dgm:pt>
    <dgm:pt modelId="{2764C5C7-5F8D-49D3-A8C2-46BA3CEBA255}" type="sibTrans" cxnId="{C5B5E098-3077-404B-87DD-C34D03944107}">
      <dgm:prSet/>
      <dgm:spPr/>
      <dgm:t>
        <a:bodyPr/>
        <a:lstStyle/>
        <a:p>
          <a:endParaRPr lang="en-US"/>
        </a:p>
      </dgm:t>
    </dgm:pt>
    <dgm:pt modelId="{FFE15900-579A-4CE0-A9DB-EA88B0DF57DE}" type="pres">
      <dgm:prSet presAssocID="{FA4B7C61-4BCF-4991-9B62-821CD5B7A927}" presName="linear" presStyleCnt="0">
        <dgm:presLayoutVars>
          <dgm:dir/>
          <dgm:animLvl val="lvl"/>
          <dgm:resizeHandles val="exact"/>
        </dgm:presLayoutVars>
      </dgm:prSet>
      <dgm:spPr/>
    </dgm:pt>
    <dgm:pt modelId="{50B9CB6C-CFA9-47B5-BA1C-DB36132C05D5}" type="pres">
      <dgm:prSet presAssocID="{1C03DF23-D5E8-4188-A30D-12197CC4FFFF}" presName="parentLin" presStyleCnt="0"/>
      <dgm:spPr/>
    </dgm:pt>
    <dgm:pt modelId="{817622DC-F7AE-4A9A-A0CD-95416F6AAE54}" type="pres">
      <dgm:prSet presAssocID="{1C03DF23-D5E8-4188-A30D-12197CC4FFFF}" presName="parentLeftMargin" presStyleLbl="node1" presStyleIdx="0" presStyleCnt="4"/>
      <dgm:spPr/>
    </dgm:pt>
    <dgm:pt modelId="{60C3CE52-A357-43C2-A88E-25E630051421}" type="pres">
      <dgm:prSet presAssocID="{1C03DF23-D5E8-4188-A30D-12197CC4FFFF}" presName="parentText" presStyleLbl="node1" presStyleIdx="0" presStyleCnt="4">
        <dgm:presLayoutVars>
          <dgm:chMax val="0"/>
          <dgm:bulletEnabled val="1"/>
        </dgm:presLayoutVars>
      </dgm:prSet>
      <dgm:spPr/>
    </dgm:pt>
    <dgm:pt modelId="{9BBBD0E9-E09A-4852-8BDB-A2D53276CA8F}" type="pres">
      <dgm:prSet presAssocID="{1C03DF23-D5E8-4188-A30D-12197CC4FFFF}" presName="negativeSpace" presStyleCnt="0"/>
      <dgm:spPr/>
    </dgm:pt>
    <dgm:pt modelId="{FC30BF65-046D-4340-B7A0-1CFB86CD1A95}" type="pres">
      <dgm:prSet presAssocID="{1C03DF23-D5E8-4188-A30D-12197CC4FFFF}" presName="childText" presStyleLbl="conFgAcc1" presStyleIdx="0" presStyleCnt="4">
        <dgm:presLayoutVars>
          <dgm:bulletEnabled val="1"/>
        </dgm:presLayoutVars>
      </dgm:prSet>
      <dgm:spPr/>
    </dgm:pt>
    <dgm:pt modelId="{C7AF5DD5-367D-4682-A235-A9EEC628CCA0}" type="pres">
      <dgm:prSet presAssocID="{494C06E7-7D39-4442-9F06-81CBCB5DD645}" presName="spaceBetweenRectangles" presStyleCnt="0"/>
      <dgm:spPr/>
    </dgm:pt>
    <dgm:pt modelId="{DF061C1E-24E2-43F9-BF88-B81AF17402D7}" type="pres">
      <dgm:prSet presAssocID="{945FF083-BE15-4C03-80B9-D010B6FCCE98}" presName="parentLin" presStyleCnt="0"/>
      <dgm:spPr/>
    </dgm:pt>
    <dgm:pt modelId="{98E93B28-4960-4636-8702-D0811381FE59}" type="pres">
      <dgm:prSet presAssocID="{945FF083-BE15-4C03-80B9-D010B6FCCE98}" presName="parentLeftMargin" presStyleLbl="node1" presStyleIdx="0" presStyleCnt="4"/>
      <dgm:spPr/>
    </dgm:pt>
    <dgm:pt modelId="{D7225137-CC8A-401A-B2E0-1019F1B9D277}" type="pres">
      <dgm:prSet presAssocID="{945FF083-BE15-4C03-80B9-D010B6FCCE98}" presName="parentText" presStyleLbl="node1" presStyleIdx="1" presStyleCnt="4">
        <dgm:presLayoutVars>
          <dgm:chMax val="0"/>
          <dgm:bulletEnabled val="1"/>
        </dgm:presLayoutVars>
      </dgm:prSet>
      <dgm:spPr/>
    </dgm:pt>
    <dgm:pt modelId="{606E931F-5856-460B-B682-18E612709954}" type="pres">
      <dgm:prSet presAssocID="{945FF083-BE15-4C03-80B9-D010B6FCCE98}" presName="negativeSpace" presStyleCnt="0"/>
      <dgm:spPr/>
    </dgm:pt>
    <dgm:pt modelId="{FD696B10-3735-4184-83F8-EB93AABA6842}" type="pres">
      <dgm:prSet presAssocID="{945FF083-BE15-4C03-80B9-D010B6FCCE98}" presName="childText" presStyleLbl="conFgAcc1" presStyleIdx="1" presStyleCnt="4">
        <dgm:presLayoutVars>
          <dgm:bulletEnabled val="1"/>
        </dgm:presLayoutVars>
      </dgm:prSet>
      <dgm:spPr/>
    </dgm:pt>
    <dgm:pt modelId="{F5C8643B-97A0-4C46-864D-64DC1D46BCED}" type="pres">
      <dgm:prSet presAssocID="{71194E80-1382-4711-B0E4-7C718FD1E3C7}" presName="spaceBetweenRectangles" presStyleCnt="0"/>
      <dgm:spPr/>
    </dgm:pt>
    <dgm:pt modelId="{7C615EF1-53CC-40A0-9A18-0C0E4AE30CDA}" type="pres">
      <dgm:prSet presAssocID="{BE417639-10BE-4665-9F32-2E467D7E27AC}" presName="parentLin" presStyleCnt="0"/>
      <dgm:spPr/>
    </dgm:pt>
    <dgm:pt modelId="{5EA1646B-EBDC-45D5-9E5D-42B3146CCDBF}" type="pres">
      <dgm:prSet presAssocID="{BE417639-10BE-4665-9F32-2E467D7E27AC}" presName="parentLeftMargin" presStyleLbl="node1" presStyleIdx="1" presStyleCnt="4"/>
      <dgm:spPr/>
    </dgm:pt>
    <dgm:pt modelId="{27724092-F12E-4FB5-B49C-2AAB6309507F}" type="pres">
      <dgm:prSet presAssocID="{BE417639-10BE-4665-9F32-2E467D7E27AC}" presName="parentText" presStyleLbl="node1" presStyleIdx="2" presStyleCnt="4">
        <dgm:presLayoutVars>
          <dgm:chMax val="0"/>
          <dgm:bulletEnabled val="1"/>
        </dgm:presLayoutVars>
      </dgm:prSet>
      <dgm:spPr/>
    </dgm:pt>
    <dgm:pt modelId="{A933EF9A-C959-438C-B9C4-5B343F4353C7}" type="pres">
      <dgm:prSet presAssocID="{BE417639-10BE-4665-9F32-2E467D7E27AC}" presName="negativeSpace" presStyleCnt="0"/>
      <dgm:spPr/>
    </dgm:pt>
    <dgm:pt modelId="{8EB275F5-E55E-4760-BCBE-20C604EFFA47}" type="pres">
      <dgm:prSet presAssocID="{BE417639-10BE-4665-9F32-2E467D7E27AC}" presName="childText" presStyleLbl="conFgAcc1" presStyleIdx="2" presStyleCnt="4">
        <dgm:presLayoutVars>
          <dgm:bulletEnabled val="1"/>
        </dgm:presLayoutVars>
      </dgm:prSet>
      <dgm:spPr/>
    </dgm:pt>
    <dgm:pt modelId="{74DCF016-735B-4DD4-AA14-C652E198E665}" type="pres">
      <dgm:prSet presAssocID="{6408760E-DE38-4FCE-9BA1-5F42FA11BF8F}" presName="spaceBetweenRectangles" presStyleCnt="0"/>
      <dgm:spPr/>
    </dgm:pt>
    <dgm:pt modelId="{33E66230-4A6A-452F-8315-65314090EAE7}" type="pres">
      <dgm:prSet presAssocID="{7D856F87-EA2D-476F-8F06-27AD62A73F1F}" presName="parentLin" presStyleCnt="0"/>
      <dgm:spPr/>
    </dgm:pt>
    <dgm:pt modelId="{BAE0F8C1-214B-4757-B1E5-F45BCFAB52A8}" type="pres">
      <dgm:prSet presAssocID="{7D856F87-EA2D-476F-8F06-27AD62A73F1F}" presName="parentLeftMargin" presStyleLbl="node1" presStyleIdx="2" presStyleCnt="4"/>
      <dgm:spPr/>
    </dgm:pt>
    <dgm:pt modelId="{30835FD3-749F-423F-BE92-5CE29F8B471E}" type="pres">
      <dgm:prSet presAssocID="{7D856F87-EA2D-476F-8F06-27AD62A73F1F}" presName="parentText" presStyleLbl="node1" presStyleIdx="3" presStyleCnt="4">
        <dgm:presLayoutVars>
          <dgm:chMax val="0"/>
          <dgm:bulletEnabled val="1"/>
        </dgm:presLayoutVars>
      </dgm:prSet>
      <dgm:spPr/>
    </dgm:pt>
    <dgm:pt modelId="{72748590-25EE-4CD7-B628-FCBEDA570F2A}" type="pres">
      <dgm:prSet presAssocID="{7D856F87-EA2D-476F-8F06-27AD62A73F1F}" presName="negativeSpace" presStyleCnt="0"/>
      <dgm:spPr/>
    </dgm:pt>
    <dgm:pt modelId="{07013E57-54C9-42A1-A60E-D61775AB73E6}" type="pres">
      <dgm:prSet presAssocID="{7D856F87-EA2D-476F-8F06-27AD62A73F1F}" presName="childText" presStyleLbl="conFgAcc1" presStyleIdx="3" presStyleCnt="4">
        <dgm:presLayoutVars>
          <dgm:bulletEnabled val="1"/>
        </dgm:presLayoutVars>
      </dgm:prSet>
      <dgm:spPr/>
    </dgm:pt>
  </dgm:ptLst>
  <dgm:cxnLst>
    <dgm:cxn modelId="{3A014905-37E8-46E7-9039-DE8C4C9F6320}" type="presOf" srcId="{FA4B7C61-4BCF-4991-9B62-821CD5B7A927}" destId="{FFE15900-579A-4CE0-A9DB-EA88B0DF57DE}" srcOrd="0" destOrd="0" presId="urn:microsoft.com/office/officeart/2005/8/layout/list1"/>
    <dgm:cxn modelId="{BE4A930E-7DBA-4CC9-9E99-970C88395C87}" srcId="{945FF083-BE15-4C03-80B9-D010B6FCCE98}" destId="{71FFCD89-32D6-4E71-8059-B864EC3F52AA}" srcOrd="0" destOrd="0" parTransId="{12B79658-104C-4760-8EA6-BB5C323AA7F1}" sibTransId="{6F588CA6-1BD9-4E58-ADA3-22372B3D4565}"/>
    <dgm:cxn modelId="{EC24A311-6ADC-4F99-A380-717578823865}" type="presOf" srcId="{7158C213-CEB0-45BD-85F7-FB48347D7F06}" destId="{FC30BF65-046D-4340-B7A0-1CFB86CD1A95}" srcOrd="0" destOrd="0" presId="urn:microsoft.com/office/officeart/2005/8/layout/list1"/>
    <dgm:cxn modelId="{265EDC15-9401-43AF-BB3A-A1FE70ECCADB}" type="presOf" srcId="{1C03DF23-D5E8-4188-A30D-12197CC4FFFF}" destId="{817622DC-F7AE-4A9A-A0CD-95416F6AAE54}" srcOrd="0" destOrd="0" presId="urn:microsoft.com/office/officeart/2005/8/layout/list1"/>
    <dgm:cxn modelId="{B63B1829-418D-4875-99E3-42665C00ABF9}" srcId="{1C03DF23-D5E8-4188-A30D-12197CC4FFFF}" destId="{0E551625-6AD5-42A3-898D-E0960989D56C}" srcOrd="1" destOrd="0" parTransId="{0EA00413-D36C-45D9-A919-8A9554915960}" sibTransId="{066F7846-4AB3-489D-A9FB-118C92FE3368}"/>
    <dgm:cxn modelId="{87DE622C-E804-40B8-8D3F-9A88D8E5804D}" type="presOf" srcId="{BE417639-10BE-4665-9F32-2E467D7E27AC}" destId="{5EA1646B-EBDC-45D5-9E5D-42B3146CCDBF}" srcOrd="0" destOrd="0" presId="urn:microsoft.com/office/officeart/2005/8/layout/list1"/>
    <dgm:cxn modelId="{CF2C832E-57D3-4CC1-B34F-AEB0B8648328}" type="presOf" srcId="{945FF083-BE15-4C03-80B9-D010B6FCCE98}" destId="{D7225137-CC8A-401A-B2E0-1019F1B9D277}" srcOrd="1" destOrd="0" presId="urn:microsoft.com/office/officeart/2005/8/layout/list1"/>
    <dgm:cxn modelId="{0DC9B634-F90B-4303-B940-B10FD77F5705}" type="presOf" srcId="{E88F8983-A1BB-491F-BFCC-A1CC8C863FE8}" destId="{8EB275F5-E55E-4760-BCBE-20C604EFFA47}" srcOrd="0" destOrd="0" presId="urn:microsoft.com/office/officeart/2005/8/layout/list1"/>
    <dgm:cxn modelId="{296E1C3B-B695-4F21-A574-F65D0C30834F}" srcId="{FA4B7C61-4BCF-4991-9B62-821CD5B7A927}" destId="{BE417639-10BE-4665-9F32-2E467D7E27AC}" srcOrd="2" destOrd="0" parTransId="{BA0D983D-59C2-4597-A2C0-37CD1505CB5D}" sibTransId="{6408760E-DE38-4FCE-9BA1-5F42FA11BF8F}"/>
    <dgm:cxn modelId="{52ED816A-AD2B-40E6-BFAA-D0671AE12BBC}" srcId="{FA4B7C61-4BCF-4991-9B62-821CD5B7A927}" destId="{1C03DF23-D5E8-4188-A30D-12197CC4FFFF}" srcOrd="0" destOrd="0" parTransId="{F3529F31-36CF-4E03-A7FF-48F2E5115086}" sibTransId="{494C06E7-7D39-4442-9F06-81CBCB5DD645}"/>
    <dgm:cxn modelId="{6099534C-9CC3-4D0A-B97A-C6F92C97F74F}" srcId="{BE417639-10BE-4665-9F32-2E467D7E27AC}" destId="{E88F8983-A1BB-491F-BFCC-A1CC8C863FE8}" srcOrd="0" destOrd="0" parTransId="{A1AFD73D-278E-49E4-9819-AA5F1694E8C3}" sibTransId="{C48F9165-8F4E-453A-B1E2-15E0359D2F25}"/>
    <dgm:cxn modelId="{91A8E550-8B36-4BC0-9EC5-28048F6A0DB1}" srcId="{FA4B7C61-4BCF-4991-9B62-821CD5B7A927}" destId="{7D856F87-EA2D-476F-8F06-27AD62A73F1F}" srcOrd="3" destOrd="0" parTransId="{3A2F1DF4-D5F0-4F25-AF37-CC347E4ECFB6}" sibTransId="{7EF95610-C58E-4A0F-9F50-C809B25FA5D7}"/>
    <dgm:cxn modelId="{A8F3EF95-B59A-4594-9E5C-0B8636443C55}" type="presOf" srcId="{945FF083-BE15-4C03-80B9-D010B6FCCE98}" destId="{98E93B28-4960-4636-8702-D0811381FE59}" srcOrd="0" destOrd="0" presId="urn:microsoft.com/office/officeart/2005/8/layout/list1"/>
    <dgm:cxn modelId="{6AF77697-5813-45D3-A154-13A1C11757BB}" srcId="{945FF083-BE15-4C03-80B9-D010B6FCCE98}" destId="{26B96F79-58B7-4F38-B0FA-7EFF0641378B}" srcOrd="1" destOrd="0" parTransId="{C461DBF4-6953-4D3B-A6EC-B70BC48B9421}" sibTransId="{CCD52774-EF64-4A8A-BEC6-64FC08F1290C}"/>
    <dgm:cxn modelId="{C5B5E098-3077-404B-87DD-C34D03944107}" srcId="{7D856F87-EA2D-476F-8F06-27AD62A73F1F}" destId="{710B9018-1C79-4EA6-870C-9CA85F931DFF}" srcOrd="0" destOrd="0" parTransId="{5BC86573-7CCB-4875-9A18-2D413A7CFB28}" sibTransId="{2764C5C7-5F8D-49D3-A8C2-46BA3CEBA255}"/>
    <dgm:cxn modelId="{7ECC3C9C-9891-43F2-BA59-7AB8FBE7FE29}" type="presOf" srcId="{26B96F79-58B7-4F38-B0FA-7EFF0641378B}" destId="{FD696B10-3735-4184-83F8-EB93AABA6842}" srcOrd="0" destOrd="1" presId="urn:microsoft.com/office/officeart/2005/8/layout/list1"/>
    <dgm:cxn modelId="{2DB71DAB-9996-4ADF-B1EB-D0F58A8C7866}" srcId="{FA4B7C61-4BCF-4991-9B62-821CD5B7A927}" destId="{945FF083-BE15-4C03-80B9-D010B6FCCE98}" srcOrd="1" destOrd="0" parTransId="{42A7F57F-8D6D-49C9-8594-AC3337F43AB3}" sibTransId="{71194E80-1382-4711-B0E4-7C718FD1E3C7}"/>
    <dgm:cxn modelId="{E23FFAAB-797D-4988-A52C-DB98DEC0252D}" type="presOf" srcId="{7D856F87-EA2D-476F-8F06-27AD62A73F1F}" destId="{BAE0F8C1-214B-4757-B1E5-F45BCFAB52A8}" srcOrd="0" destOrd="0" presId="urn:microsoft.com/office/officeart/2005/8/layout/list1"/>
    <dgm:cxn modelId="{207388AD-1302-453D-9E57-7EA7F2B7017D}" srcId="{1C03DF23-D5E8-4188-A30D-12197CC4FFFF}" destId="{7158C213-CEB0-45BD-85F7-FB48347D7F06}" srcOrd="0" destOrd="0" parTransId="{95965F2A-6A29-4A0E-A9C6-B5C924FDBE26}" sibTransId="{B928FF41-2213-4AC4-A268-3E09D7529B99}"/>
    <dgm:cxn modelId="{1F51E9AD-E80B-4C45-BA10-951BCDDB8C15}" type="presOf" srcId="{BE417639-10BE-4665-9F32-2E467D7E27AC}" destId="{27724092-F12E-4FB5-B49C-2AAB6309507F}" srcOrd="1" destOrd="0" presId="urn:microsoft.com/office/officeart/2005/8/layout/list1"/>
    <dgm:cxn modelId="{600785B0-1989-47EE-9C3A-3E784AFB700B}" type="presOf" srcId="{0E551625-6AD5-42A3-898D-E0960989D56C}" destId="{FC30BF65-046D-4340-B7A0-1CFB86CD1A95}" srcOrd="0" destOrd="1" presId="urn:microsoft.com/office/officeart/2005/8/layout/list1"/>
    <dgm:cxn modelId="{BFF6F6DF-B1DF-42BE-AD6A-80BD32A2AAA5}" type="presOf" srcId="{1C03DF23-D5E8-4188-A30D-12197CC4FFFF}" destId="{60C3CE52-A357-43C2-A88E-25E630051421}" srcOrd="1" destOrd="0" presId="urn:microsoft.com/office/officeart/2005/8/layout/list1"/>
    <dgm:cxn modelId="{FD31B0E7-A918-452B-998C-43D6A2EBFE53}" type="presOf" srcId="{71FFCD89-32D6-4E71-8059-B864EC3F52AA}" destId="{FD696B10-3735-4184-83F8-EB93AABA6842}" srcOrd="0" destOrd="0" presId="urn:microsoft.com/office/officeart/2005/8/layout/list1"/>
    <dgm:cxn modelId="{69277EED-A0E6-4D13-8E88-DC8D3CA8F4B2}" type="presOf" srcId="{710B9018-1C79-4EA6-870C-9CA85F931DFF}" destId="{07013E57-54C9-42A1-A60E-D61775AB73E6}" srcOrd="0" destOrd="0" presId="urn:microsoft.com/office/officeart/2005/8/layout/list1"/>
    <dgm:cxn modelId="{2D05A6F6-3E59-4366-A048-9EE7A3F7E160}" type="presOf" srcId="{7D856F87-EA2D-476F-8F06-27AD62A73F1F}" destId="{30835FD3-749F-423F-BE92-5CE29F8B471E}" srcOrd="1" destOrd="0" presId="urn:microsoft.com/office/officeart/2005/8/layout/list1"/>
    <dgm:cxn modelId="{A79FE98F-1CA6-4636-913E-86D033A1D2F6}" type="presParOf" srcId="{FFE15900-579A-4CE0-A9DB-EA88B0DF57DE}" destId="{50B9CB6C-CFA9-47B5-BA1C-DB36132C05D5}" srcOrd="0" destOrd="0" presId="urn:microsoft.com/office/officeart/2005/8/layout/list1"/>
    <dgm:cxn modelId="{0BE4D9D8-0954-47A9-94A2-11F37FF8BF89}" type="presParOf" srcId="{50B9CB6C-CFA9-47B5-BA1C-DB36132C05D5}" destId="{817622DC-F7AE-4A9A-A0CD-95416F6AAE54}" srcOrd="0" destOrd="0" presId="urn:microsoft.com/office/officeart/2005/8/layout/list1"/>
    <dgm:cxn modelId="{B67334D1-1BE0-4806-8224-0BA2E75D86F7}" type="presParOf" srcId="{50B9CB6C-CFA9-47B5-BA1C-DB36132C05D5}" destId="{60C3CE52-A357-43C2-A88E-25E630051421}" srcOrd="1" destOrd="0" presId="urn:microsoft.com/office/officeart/2005/8/layout/list1"/>
    <dgm:cxn modelId="{2CA0D97A-3A95-444C-83DB-CD10FAC7879D}" type="presParOf" srcId="{FFE15900-579A-4CE0-A9DB-EA88B0DF57DE}" destId="{9BBBD0E9-E09A-4852-8BDB-A2D53276CA8F}" srcOrd="1" destOrd="0" presId="urn:microsoft.com/office/officeart/2005/8/layout/list1"/>
    <dgm:cxn modelId="{E86A3123-BED0-4F73-8AE9-B439E086C74B}" type="presParOf" srcId="{FFE15900-579A-4CE0-A9DB-EA88B0DF57DE}" destId="{FC30BF65-046D-4340-B7A0-1CFB86CD1A95}" srcOrd="2" destOrd="0" presId="urn:microsoft.com/office/officeart/2005/8/layout/list1"/>
    <dgm:cxn modelId="{61BADF73-62A1-4C15-A6F9-6FD71FF2B6EA}" type="presParOf" srcId="{FFE15900-579A-4CE0-A9DB-EA88B0DF57DE}" destId="{C7AF5DD5-367D-4682-A235-A9EEC628CCA0}" srcOrd="3" destOrd="0" presId="urn:microsoft.com/office/officeart/2005/8/layout/list1"/>
    <dgm:cxn modelId="{583234F3-2306-4290-8FDE-7FC59F397E51}" type="presParOf" srcId="{FFE15900-579A-4CE0-A9DB-EA88B0DF57DE}" destId="{DF061C1E-24E2-43F9-BF88-B81AF17402D7}" srcOrd="4" destOrd="0" presId="urn:microsoft.com/office/officeart/2005/8/layout/list1"/>
    <dgm:cxn modelId="{CB2ABD92-28C4-479E-A4B6-7343E720D3BA}" type="presParOf" srcId="{DF061C1E-24E2-43F9-BF88-B81AF17402D7}" destId="{98E93B28-4960-4636-8702-D0811381FE59}" srcOrd="0" destOrd="0" presId="urn:microsoft.com/office/officeart/2005/8/layout/list1"/>
    <dgm:cxn modelId="{D7A36242-5AF7-479D-8A70-505913386FF3}" type="presParOf" srcId="{DF061C1E-24E2-43F9-BF88-B81AF17402D7}" destId="{D7225137-CC8A-401A-B2E0-1019F1B9D277}" srcOrd="1" destOrd="0" presId="urn:microsoft.com/office/officeart/2005/8/layout/list1"/>
    <dgm:cxn modelId="{01DD99D5-1547-4460-9A53-8BC965D1B17A}" type="presParOf" srcId="{FFE15900-579A-4CE0-A9DB-EA88B0DF57DE}" destId="{606E931F-5856-460B-B682-18E612709954}" srcOrd="5" destOrd="0" presId="urn:microsoft.com/office/officeart/2005/8/layout/list1"/>
    <dgm:cxn modelId="{9604FC1B-0E25-41E8-8010-BF0CE836EEA2}" type="presParOf" srcId="{FFE15900-579A-4CE0-A9DB-EA88B0DF57DE}" destId="{FD696B10-3735-4184-83F8-EB93AABA6842}" srcOrd="6" destOrd="0" presId="urn:microsoft.com/office/officeart/2005/8/layout/list1"/>
    <dgm:cxn modelId="{849F67F4-5A9F-4349-8104-439D715AAABD}" type="presParOf" srcId="{FFE15900-579A-4CE0-A9DB-EA88B0DF57DE}" destId="{F5C8643B-97A0-4C46-864D-64DC1D46BCED}" srcOrd="7" destOrd="0" presId="urn:microsoft.com/office/officeart/2005/8/layout/list1"/>
    <dgm:cxn modelId="{FB26F715-F1E6-4B98-BEF0-E940D8DDB848}" type="presParOf" srcId="{FFE15900-579A-4CE0-A9DB-EA88B0DF57DE}" destId="{7C615EF1-53CC-40A0-9A18-0C0E4AE30CDA}" srcOrd="8" destOrd="0" presId="urn:microsoft.com/office/officeart/2005/8/layout/list1"/>
    <dgm:cxn modelId="{A7335210-BBF5-4C82-9764-B0931AEB94B2}" type="presParOf" srcId="{7C615EF1-53CC-40A0-9A18-0C0E4AE30CDA}" destId="{5EA1646B-EBDC-45D5-9E5D-42B3146CCDBF}" srcOrd="0" destOrd="0" presId="urn:microsoft.com/office/officeart/2005/8/layout/list1"/>
    <dgm:cxn modelId="{FA742EB5-81EA-407A-8A7B-AF33F61602AA}" type="presParOf" srcId="{7C615EF1-53CC-40A0-9A18-0C0E4AE30CDA}" destId="{27724092-F12E-4FB5-B49C-2AAB6309507F}" srcOrd="1" destOrd="0" presId="urn:microsoft.com/office/officeart/2005/8/layout/list1"/>
    <dgm:cxn modelId="{B1D397F5-A13B-4271-BF9B-B1DFF8AB5515}" type="presParOf" srcId="{FFE15900-579A-4CE0-A9DB-EA88B0DF57DE}" destId="{A933EF9A-C959-438C-B9C4-5B343F4353C7}" srcOrd="9" destOrd="0" presId="urn:microsoft.com/office/officeart/2005/8/layout/list1"/>
    <dgm:cxn modelId="{AEDECBD4-9D63-40DA-979F-CCF60C6244E8}" type="presParOf" srcId="{FFE15900-579A-4CE0-A9DB-EA88B0DF57DE}" destId="{8EB275F5-E55E-4760-BCBE-20C604EFFA47}" srcOrd="10" destOrd="0" presId="urn:microsoft.com/office/officeart/2005/8/layout/list1"/>
    <dgm:cxn modelId="{70603ED6-89B1-47EC-A1D2-715869B655BB}" type="presParOf" srcId="{FFE15900-579A-4CE0-A9DB-EA88B0DF57DE}" destId="{74DCF016-735B-4DD4-AA14-C652E198E665}" srcOrd="11" destOrd="0" presId="urn:microsoft.com/office/officeart/2005/8/layout/list1"/>
    <dgm:cxn modelId="{B30167C6-44E0-4F85-881F-F21E6470AFE9}" type="presParOf" srcId="{FFE15900-579A-4CE0-A9DB-EA88B0DF57DE}" destId="{33E66230-4A6A-452F-8315-65314090EAE7}" srcOrd="12" destOrd="0" presId="urn:microsoft.com/office/officeart/2005/8/layout/list1"/>
    <dgm:cxn modelId="{387F14E4-815D-4530-B285-F571FE6D900B}" type="presParOf" srcId="{33E66230-4A6A-452F-8315-65314090EAE7}" destId="{BAE0F8C1-214B-4757-B1E5-F45BCFAB52A8}" srcOrd="0" destOrd="0" presId="urn:microsoft.com/office/officeart/2005/8/layout/list1"/>
    <dgm:cxn modelId="{EB975BE9-523F-4071-A797-E2E779091268}" type="presParOf" srcId="{33E66230-4A6A-452F-8315-65314090EAE7}" destId="{30835FD3-749F-423F-BE92-5CE29F8B471E}" srcOrd="1" destOrd="0" presId="urn:microsoft.com/office/officeart/2005/8/layout/list1"/>
    <dgm:cxn modelId="{74E7554B-04D6-41EC-A836-4CA46DF5B1B8}" type="presParOf" srcId="{FFE15900-579A-4CE0-A9DB-EA88B0DF57DE}" destId="{72748590-25EE-4CD7-B628-FCBEDA570F2A}" srcOrd="13" destOrd="0" presId="urn:microsoft.com/office/officeart/2005/8/layout/list1"/>
    <dgm:cxn modelId="{97A4D133-1F66-4592-9959-2F00D9A53896}" type="presParOf" srcId="{FFE15900-579A-4CE0-A9DB-EA88B0DF57DE}" destId="{07013E57-54C9-42A1-A60E-D61775AB73E6}"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D144524-3D8A-421C-94CB-FBAB09435A0F}" type="doc">
      <dgm:prSet loTypeId="urn:microsoft.com/office/officeart/2005/8/layout/process4" loCatId="process" qsTypeId="urn:microsoft.com/office/officeart/2005/8/quickstyle/simple1" qsCatId="simple" csTypeId="urn:microsoft.com/office/officeart/2005/8/colors/colorful1" csCatId="colorful"/>
      <dgm:spPr/>
      <dgm:t>
        <a:bodyPr/>
        <a:lstStyle/>
        <a:p>
          <a:endParaRPr lang="en-US"/>
        </a:p>
      </dgm:t>
    </dgm:pt>
    <dgm:pt modelId="{A457F7DB-7B17-48AE-81D8-ABCA2D3F1DDD}">
      <dgm:prSet/>
      <dgm:spPr/>
      <dgm:t>
        <a:bodyPr/>
        <a:lstStyle/>
        <a:p>
          <a:r>
            <a:rPr lang="en-US"/>
            <a:t>Cross-Validation:</a:t>
          </a:r>
          <a:br>
            <a:rPr lang="en-US"/>
          </a:br>
          <a:r>
            <a:rPr lang="en-US"/>
            <a:t>Perform k-fold cross-validation (e.g., 5-fold) on the training set to evaluate model stability.</a:t>
          </a:r>
        </a:p>
      </dgm:t>
    </dgm:pt>
    <dgm:pt modelId="{48D64E31-0E6B-41D4-9094-87BA2D159409}" type="parTrans" cxnId="{7F1E2EBE-BE57-44B2-8189-63DD45CC8FF5}">
      <dgm:prSet/>
      <dgm:spPr/>
      <dgm:t>
        <a:bodyPr/>
        <a:lstStyle/>
        <a:p>
          <a:endParaRPr lang="en-US"/>
        </a:p>
      </dgm:t>
    </dgm:pt>
    <dgm:pt modelId="{7BF0272F-22D3-459D-A77F-D9C68634B9D5}" type="sibTrans" cxnId="{7F1E2EBE-BE57-44B2-8189-63DD45CC8FF5}">
      <dgm:prSet/>
      <dgm:spPr/>
      <dgm:t>
        <a:bodyPr/>
        <a:lstStyle/>
        <a:p>
          <a:endParaRPr lang="en-US"/>
        </a:p>
      </dgm:t>
    </dgm:pt>
    <dgm:pt modelId="{DFD9B414-AC1D-41ED-A1FA-22FF4104DD3C}">
      <dgm:prSet/>
      <dgm:spPr/>
      <dgm:t>
        <a:bodyPr/>
        <a:lstStyle/>
        <a:p>
          <a:r>
            <a:rPr lang="en-US"/>
            <a:t>Comparison task: Compare between the 80/20 train-test split and k-fold cross-validation using SVM (Support Vector Machine).  Train an SVM model using both methods and evaluate its performance. </a:t>
          </a:r>
        </a:p>
      </dgm:t>
    </dgm:pt>
    <dgm:pt modelId="{B35971B0-86D0-4672-A4AE-4ADDBF7946D7}" type="parTrans" cxnId="{3D40C13C-E230-4E79-9C4C-46EBF30B3DF9}">
      <dgm:prSet/>
      <dgm:spPr/>
      <dgm:t>
        <a:bodyPr/>
        <a:lstStyle/>
        <a:p>
          <a:endParaRPr lang="en-US"/>
        </a:p>
      </dgm:t>
    </dgm:pt>
    <dgm:pt modelId="{37A144D7-F49F-423A-BE25-E988D533BA7A}" type="sibTrans" cxnId="{3D40C13C-E230-4E79-9C4C-46EBF30B3DF9}">
      <dgm:prSet/>
      <dgm:spPr/>
      <dgm:t>
        <a:bodyPr/>
        <a:lstStyle/>
        <a:p>
          <a:endParaRPr lang="en-US"/>
        </a:p>
      </dgm:t>
    </dgm:pt>
    <dgm:pt modelId="{5754DA00-D43D-4910-B222-FB90845E4A32}" type="pres">
      <dgm:prSet presAssocID="{CD144524-3D8A-421C-94CB-FBAB09435A0F}" presName="Name0" presStyleCnt="0">
        <dgm:presLayoutVars>
          <dgm:dir/>
          <dgm:animLvl val="lvl"/>
          <dgm:resizeHandles val="exact"/>
        </dgm:presLayoutVars>
      </dgm:prSet>
      <dgm:spPr/>
    </dgm:pt>
    <dgm:pt modelId="{07A03B81-AC79-40F7-8C94-4973EF1C6025}" type="pres">
      <dgm:prSet presAssocID="{DFD9B414-AC1D-41ED-A1FA-22FF4104DD3C}" presName="boxAndChildren" presStyleCnt="0"/>
      <dgm:spPr/>
    </dgm:pt>
    <dgm:pt modelId="{1F60C2DE-B44A-4F45-804A-708EBA97504F}" type="pres">
      <dgm:prSet presAssocID="{DFD9B414-AC1D-41ED-A1FA-22FF4104DD3C}" presName="parentTextBox" presStyleLbl="node1" presStyleIdx="0" presStyleCnt="2"/>
      <dgm:spPr/>
    </dgm:pt>
    <dgm:pt modelId="{3113412D-D82B-4321-AD0B-E5A0D85F4C22}" type="pres">
      <dgm:prSet presAssocID="{7BF0272F-22D3-459D-A77F-D9C68634B9D5}" presName="sp" presStyleCnt="0"/>
      <dgm:spPr/>
    </dgm:pt>
    <dgm:pt modelId="{0A3482AE-1C7C-406A-B874-4E68E727348C}" type="pres">
      <dgm:prSet presAssocID="{A457F7DB-7B17-48AE-81D8-ABCA2D3F1DDD}" presName="arrowAndChildren" presStyleCnt="0"/>
      <dgm:spPr/>
    </dgm:pt>
    <dgm:pt modelId="{F15C2829-44B0-4725-ACBD-604E44EC4BBF}" type="pres">
      <dgm:prSet presAssocID="{A457F7DB-7B17-48AE-81D8-ABCA2D3F1DDD}" presName="parentTextArrow" presStyleLbl="node1" presStyleIdx="1" presStyleCnt="2"/>
      <dgm:spPr/>
    </dgm:pt>
  </dgm:ptLst>
  <dgm:cxnLst>
    <dgm:cxn modelId="{3D40C13C-E230-4E79-9C4C-46EBF30B3DF9}" srcId="{CD144524-3D8A-421C-94CB-FBAB09435A0F}" destId="{DFD9B414-AC1D-41ED-A1FA-22FF4104DD3C}" srcOrd="1" destOrd="0" parTransId="{B35971B0-86D0-4672-A4AE-4ADDBF7946D7}" sibTransId="{37A144D7-F49F-423A-BE25-E988D533BA7A}"/>
    <dgm:cxn modelId="{5F458456-D023-4933-96D9-F679A35BA0D0}" type="presOf" srcId="{A457F7DB-7B17-48AE-81D8-ABCA2D3F1DDD}" destId="{F15C2829-44B0-4725-ACBD-604E44EC4BBF}" srcOrd="0" destOrd="0" presId="urn:microsoft.com/office/officeart/2005/8/layout/process4"/>
    <dgm:cxn modelId="{F054548D-AF53-4A2D-8A34-CD6EEFF98B65}" type="presOf" srcId="{CD144524-3D8A-421C-94CB-FBAB09435A0F}" destId="{5754DA00-D43D-4910-B222-FB90845E4A32}" srcOrd="0" destOrd="0" presId="urn:microsoft.com/office/officeart/2005/8/layout/process4"/>
    <dgm:cxn modelId="{7F1E2EBE-BE57-44B2-8189-63DD45CC8FF5}" srcId="{CD144524-3D8A-421C-94CB-FBAB09435A0F}" destId="{A457F7DB-7B17-48AE-81D8-ABCA2D3F1DDD}" srcOrd="0" destOrd="0" parTransId="{48D64E31-0E6B-41D4-9094-87BA2D159409}" sibTransId="{7BF0272F-22D3-459D-A77F-D9C68634B9D5}"/>
    <dgm:cxn modelId="{D52302F3-C6B1-4E26-8073-42B555A834FB}" type="presOf" srcId="{DFD9B414-AC1D-41ED-A1FA-22FF4104DD3C}" destId="{1F60C2DE-B44A-4F45-804A-708EBA97504F}" srcOrd="0" destOrd="0" presId="urn:microsoft.com/office/officeart/2005/8/layout/process4"/>
    <dgm:cxn modelId="{4132D563-D037-4633-8A8A-8570E6A42642}" type="presParOf" srcId="{5754DA00-D43D-4910-B222-FB90845E4A32}" destId="{07A03B81-AC79-40F7-8C94-4973EF1C6025}" srcOrd="0" destOrd="0" presId="urn:microsoft.com/office/officeart/2005/8/layout/process4"/>
    <dgm:cxn modelId="{B6DCC451-A326-4224-9756-0C237ED169BA}" type="presParOf" srcId="{07A03B81-AC79-40F7-8C94-4973EF1C6025}" destId="{1F60C2DE-B44A-4F45-804A-708EBA97504F}" srcOrd="0" destOrd="0" presId="urn:microsoft.com/office/officeart/2005/8/layout/process4"/>
    <dgm:cxn modelId="{31E586ED-7957-43F3-8111-46D942B04F93}" type="presParOf" srcId="{5754DA00-D43D-4910-B222-FB90845E4A32}" destId="{3113412D-D82B-4321-AD0B-E5A0D85F4C22}" srcOrd="1" destOrd="0" presId="urn:microsoft.com/office/officeart/2005/8/layout/process4"/>
    <dgm:cxn modelId="{3515B2D0-882A-471E-A982-845D8748D4A4}" type="presParOf" srcId="{5754DA00-D43D-4910-B222-FB90845E4A32}" destId="{0A3482AE-1C7C-406A-B874-4E68E727348C}" srcOrd="2" destOrd="0" presId="urn:microsoft.com/office/officeart/2005/8/layout/process4"/>
    <dgm:cxn modelId="{20510708-B46E-4379-85F4-23556CBEF1F8}" type="presParOf" srcId="{0A3482AE-1C7C-406A-B874-4E68E727348C}" destId="{F15C2829-44B0-4725-ACBD-604E44EC4BBF}"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8152E73-08D5-4898-8697-14A5DAEC3D3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2722359E-3FD4-45B1-86C1-52E6663C7BEF}">
      <dgm:prSet/>
      <dgm:spPr/>
      <dgm:t>
        <a:bodyPr/>
        <a:lstStyle/>
        <a:p>
          <a:r>
            <a:rPr lang="en-SE" dirty="0"/>
            <a:t>Reducing the feature space is central to improving model performance and reducing noise.</a:t>
          </a:r>
          <a:endParaRPr lang="en-US" dirty="0"/>
        </a:p>
      </dgm:t>
    </dgm:pt>
    <dgm:pt modelId="{EBCB9EF5-3184-447F-A095-F4742C90E8CC}" type="parTrans" cxnId="{56A7D834-5872-4344-BA8F-28BD39CC80BD}">
      <dgm:prSet/>
      <dgm:spPr/>
      <dgm:t>
        <a:bodyPr/>
        <a:lstStyle/>
        <a:p>
          <a:endParaRPr lang="en-US"/>
        </a:p>
      </dgm:t>
    </dgm:pt>
    <dgm:pt modelId="{D49F1B14-1EA0-4863-B733-FCA2B963F839}" type="sibTrans" cxnId="{56A7D834-5872-4344-BA8F-28BD39CC80BD}">
      <dgm:prSet/>
      <dgm:spPr/>
      <dgm:t>
        <a:bodyPr/>
        <a:lstStyle/>
        <a:p>
          <a:endParaRPr lang="en-US"/>
        </a:p>
      </dgm:t>
    </dgm:pt>
    <dgm:pt modelId="{8498AFF1-B53A-4D15-B3C5-80B1947FA7FA}">
      <dgm:prSet/>
      <dgm:spPr/>
      <dgm:t>
        <a:bodyPr/>
        <a:lstStyle/>
        <a:p>
          <a:r>
            <a:rPr lang="en-SE" dirty="0"/>
            <a:t>What is Feature Selection?</a:t>
          </a:r>
          <a:endParaRPr lang="en-US" dirty="0"/>
        </a:p>
      </dgm:t>
    </dgm:pt>
    <dgm:pt modelId="{BDD7BC48-8876-4258-8DA1-34AC6734D665}" type="parTrans" cxnId="{1450077F-8AB1-4C81-A93E-A076016A0626}">
      <dgm:prSet/>
      <dgm:spPr/>
      <dgm:t>
        <a:bodyPr/>
        <a:lstStyle/>
        <a:p>
          <a:endParaRPr lang="en-US"/>
        </a:p>
      </dgm:t>
    </dgm:pt>
    <dgm:pt modelId="{DEDDA416-0CB1-4C01-8FDF-184B8A18E919}" type="sibTrans" cxnId="{1450077F-8AB1-4C81-A93E-A076016A0626}">
      <dgm:prSet/>
      <dgm:spPr/>
      <dgm:t>
        <a:bodyPr/>
        <a:lstStyle/>
        <a:p>
          <a:endParaRPr lang="en-US"/>
        </a:p>
      </dgm:t>
    </dgm:pt>
    <dgm:pt modelId="{2C6C5448-C41D-41AD-B87C-071AED41F72D}">
      <dgm:prSet/>
      <dgm:spPr/>
      <dgm:t>
        <a:bodyPr/>
        <a:lstStyle/>
        <a:p>
          <a:r>
            <a:rPr lang="en-SE" dirty="0"/>
            <a:t>Think of a machine learning model like a student taking a test. If there are too many questions, the student may get confused and not do well. But if we remove unimportant questions and keep only the useful ones, the student can focus better and perform well</a:t>
          </a:r>
          <a:r>
            <a:rPr lang="en-US" dirty="0"/>
            <a:t>.</a:t>
          </a:r>
        </a:p>
      </dgm:t>
    </dgm:pt>
    <dgm:pt modelId="{FE19679D-D328-4606-9069-D9F5AE19DC5E}" type="parTrans" cxnId="{FF9E49D8-5DB5-4D8F-8F5D-8CD431BB4A63}">
      <dgm:prSet/>
      <dgm:spPr/>
      <dgm:t>
        <a:bodyPr/>
        <a:lstStyle/>
        <a:p>
          <a:endParaRPr lang="en-US"/>
        </a:p>
      </dgm:t>
    </dgm:pt>
    <dgm:pt modelId="{B195FA1D-7AD4-4D78-9389-D615E6784221}" type="sibTrans" cxnId="{FF9E49D8-5DB5-4D8F-8F5D-8CD431BB4A63}">
      <dgm:prSet/>
      <dgm:spPr/>
      <dgm:t>
        <a:bodyPr/>
        <a:lstStyle/>
        <a:p>
          <a:endParaRPr lang="en-US"/>
        </a:p>
      </dgm:t>
    </dgm:pt>
    <dgm:pt modelId="{52D77F44-EBE0-405F-8A73-4DCD16A0DB96}">
      <dgm:prSet/>
      <dgm:spPr/>
      <dgm:t>
        <a:bodyPr/>
        <a:lstStyle/>
        <a:p>
          <a:r>
            <a:rPr lang="en-SE" dirty="0"/>
            <a:t>Similarly, in machine learning, we remove unnecessary features (columns in data) to make the model work better and faster.</a:t>
          </a:r>
          <a:endParaRPr lang="en-US" dirty="0"/>
        </a:p>
      </dgm:t>
    </dgm:pt>
    <dgm:pt modelId="{356AEA45-9CA9-4780-BD4C-6CC7A17911F0}" type="parTrans" cxnId="{9AFB5C6B-60AB-482D-A681-4F285FF14F59}">
      <dgm:prSet/>
      <dgm:spPr/>
      <dgm:t>
        <a:bodyPr/>
        <a:lstStyle/>
        <a:p>
          <a:endParaRPr lang="en-US"/>
        </a:p>
      </dgm:t>
    </dgm:pt>
    <dgm:pt modelId="{A07C0265-7A5B-4FFF-AB0D-026A4298800A}" type="sibTrans" cxnId="{9AFB5C6B-60AB-482D-A681-4F285FF14F59}">
      <dgm:prSet/>
      <dgm:spPr/>
      <dgm:t>
        <a:bodyPr/>
        <a:lstStyle/>
        <a:p>
          <a:endParaRPr lang="en-US"/>
        </a:p>
      </dgm:t>
    </dgm:pt>
    <dgm:pt modelId="{6BC1F356-4129-4D6C-989A-E7C7742ABF3C}" type="pres">
      <dgm:prSet presAssocID="{98152E73-08D5-4898-8697-14A5DAEC3D3B}" presName="root" presStyleCnt="0">
        <dgm:presLayoutVars>
          <dgm:dir/>
          <dgm:resizeHandles val="exact"/>
        </dgm:presLayoutVars>
      </dgm:prSet>
      <dgm:spPr/>
    </dgm:pt>
    <dgm:pt modelId="{A9040AAE-5BF7-4828-B5EC-3D6B0FDEC768}" type="pres">
      <dgm:prSet presAssocID="{2722359E-3FD4-45B1-86C1-52E6663C7BEF}" presName="compNode" presStyleCnt="0"/>
      <dgm:spPr/>
    </dgm:pt>
    <dgm:pt modelId="{F2183CF8-11D1-43BA-9175-6FE44F99AA18}" type="pres">
      <dgm:prSet presAssocID="{2722359E-3FD4-45B1-86C1-52E6663C7BEF}" presName="bgRect" presStyleLbl="bgShp" presStyleIdx="0" presStyleCnt="4"/>
      <dgm:spPr/>
    </dgm:pt>
    <dgm:pt modelId="{8F320B4F-B946-4917-861A-17F0537CAC65}" type="pres">
      <dgm:prSet presAssocID="{2722359E-3FD4-45B1-86C1-52E6663C7BE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sconnected"/>
        </a:ext>
      </dgm:extLst>
    </dgm:pt>
    <dgm:pt modelId="{3E59F90C-9426-444A-81D2-CA750FEC7F6B}" type="pres">
      <dgm:prSet presAssocID="{2722359E-3FD4-45B1-86C1-52E6663C7BEF}" presName="spaceRect" presStyleCnt="0"/>
      <dgm:spPr/>
    </dgm:pt>
    <dgm:pt modelId="{9139EDCD-3C09-4F1D-AA72-E6347639BB36}" type="pres">
      <dgm:prSet presAssocID="{2722359E-3FD4-45B1-86C1-52E6663C7BEF}" presName="parTx" presStyleLbl="revTx" presStyleIdx="0" presStyleCnt="4">
        <dgm:presLayoutVars>
          <dgm:chMax val="0"/>
          <dgm:chPref val="0"/>
        </dgm:presLayoutVars>
      </dgm:prSet>
      <dgm:spPr/>
    </dgm:pt>
    <dgm:pt modelId="{25CC7C84-C411-4B60-B972-48C834EA67C6}" type="pres">
      <dgm:prSet presAssocID="{D49F1B14-1EA0-4863-B733-FCA2B963F839}" presName="sibTrans" presStyleCnt="0"/>
      <dgm:spPr/>
    </dgm:pt>
    <dgm:pt modelId="{C4C57663-1A47-464B-8075-0E59B82EEC1C}" type="pres">
      <dgm:prSet presAssocID="{8498AFF1-B53A-4D15-B3C5-80B1947FA7FA}" presName="compNode" presStyleCnt="0"/>
      <dgm:spPr/>
    </dgm:pt>
    <dgm:pt modelId="{159CE450-38D6-41FC-ACE8-77C889D44E3E}" type="pres">
      <dgm:prSet presAssocID="{8498AFF1-B53A-4D15-B3C5-80B1947FA7FA}" presName="bgRect" presStyleLbl="bgShp" presStyleIdx="1" presStyleCnt="4"/>
      <dgm:spPr/>
    </dgm:pt>
    <dgm:pt modelId="{BD04FDFD-9C17-4A00-B96B-7CAF53E8A0B9}" type="pres">
      <dgm:prSet presAssocID="{8498AFF1-B53A-4D15-B3C5-80B1947FA7FA}"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s"/>
        </a:ext>
      </dgm:extLst>
    </dgm:pt>
    <dgm:pt modelId="{0801A1EF-DB94-47F6-A6E4-62D3F6D9688D}" type="pres">
      <dgm:prSet presAssocID="{8498AFF1-B53A-4D15-B3C5-80B1947FA7FA}" presName="spaceRect" presStyleCnt="0"/>
      <dgm:spPr/>
    </dgm:pt>
    <dgm:pt modelId="{49AA6F1A-F98E-4012-A2AF-F8FD14A924CB}" type="pres">
      <dgm:prSet presAssocID="{8498AFF1-B53A-4D15-B3C5-80B1947FA7FA}" presName="parTx" presStyleLbl="revTx" presStyleIdx="1" presStyleCnt="4">
        <dgm:presLayoutVars>
          <dgm:chMax val="0"/>
          <dgm:chPref val="0"/>
        </dgm:presLayoutVars>
      </dgm:prSet>
      <dgm:spPr/>
    </dgm:pt>
    <dgm:pt modelId="{A415B7D9-D916-4E89-8B80-875D516757B4}" type="pres">
      <dgm:prSet presAssocID="{DEDDA416-0CB1-4C01-8FDF-184B8A18E919}" presName="sibTrans" presStyleCnt="0"/>
      <dgm:spPr/>
    </dgm:pt>
    <dgm:pt modelId="{579FDEF7-834A-4AC1-8F77-DFED05CF76F7}" type="pres">
      <dgm:prSet presAssocID="{2C6C5448-C41D-41AD-B87C-071AED41F72D}" presName="compNode" presStyleCnt="0"/>
      <dgm:spPr/>
    </dgm:pt>
    <dgm:pt modelId="{092D0EBC-73D9-4986-A3BF-16CA7FC558CC}" type="pres">
      <dgm:prSet presAssocID="{2C6C5448-C41D-41AD-B87C-071AED41F72D}" presName="bgRect" presStyleLbl="bgShp" presStyleIdx="2" presStyleCnt="4"/>
      <dgm:spPr/>
    </dgm:pt>
    <dgm:pt modelId="{1832A742-F54F-4C5A-B26C-5126E5929B28}" type="pres">
      <dgm:prSet presAssocID="{2C6C5448-C41D-41AD-B87C-071AED41F72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4098978C-44E5-426A-8B91-382294CFFB2F}" type="pres">
      <dgm:prSet presAssocID="{2C6C5448-C41D-41AD-B87C-071AED41F72D}" presName="spaceRect" presStyleCnt="0"/>
      <dgm:spPr/>
    </dgm:pt>
    <dgm:pt modelId="{1FC35DCE-7699-4F87-BA2C-0DC67FBD5BEF}" type="pres">
      <dgm:prSet presAssocID="{2C6C5448-C41D-41AD-B87C-071AED41F72D}" presName="parTx" presStyleLbl="revTx" presStyleIdx="2" presStyleCnt="4">
        <dgm:presLayoutVars>
          <dgm:chMax val="0"/>
          <dgm:chPref val="0"/>
        </dgm:presLayoutVars>
      </dgm:prSet>
      <dgm:spPr/>
    </dgm:pt>
    <dgm:pt modelId="{0E234DB4-BED3-476B-8436-F70DCB6808A8}" type="pres">
      <dgm:prSet presAssocID="{B195FA1D-7AD4-4D78-9389-D615E6784221}" presName="sibTrans" presStyleCnt="0"/>
      <dgm:spPr/>
    </dgm:pt>
    <dgm:pt modelId="{FD38AC9B-9CEA-4BAE-8427-F0D3D7835465}" type="pres">
      <dgm:prSet presAssocID="{52D77F44-EBE0-405F-8A73-4DCD16A0DB96}" presName="compNode" presStyleCnt="0"/>
      <dgm:spPr/>
    </dgm:pt>
    <dgm:pt modelId="{D4FA26AC-151B-4A5D-BCEB-11BC0AD7D04D}" type="pres">
      <dgm:prSet presAssocID="{52D77F44-EBE0-405F-8A73-4DCD16A0DB96}" presName="bgRect" presStyleLbl="bgShp" presStyleIdx="3" presStyleCnt="4"/>
      <dgm:spPr/>
    </dgm:pt>
    <dgm:pt modelId="{0115C1CD-3519-4B44-BF12-BE8A91BBCD73}" type="pres">
      <dgm:prSet presAssocID="{52D77F44-EBE0-405F-8A73-4DCD16A0DB9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able"/>
        </a:ext>
      </dgm:extLst>
    </dgm:pt>
    <dgm:pt modelId="{D38B5316-D758-4784-ABF6-BE849B757171}" type="pres">
      <dgm:prSet presAssocID="{52D77F44-EBE0-405F-8A73-4DCD16A0DB96}" presName="spaceRect" presStyleCnt="0"/>
      <dgm:spPr/>
    </dgm:pt>
    <dgm:pt modelId="{E5864034-C3E1-470E-B850-966E3EAF32F7}" type="pres">
      <dgm:prSet presAssocID="{52D77F44-EBE0-405F-8A73-4DCD16A0DB96}" presName="parTx" presStyleLbl="revTx" presStyleIdx="3" presStyleCnt="4">
        <dgm:presLayoutVars>
          <dgm:chMax val="0"/>
          <dgm:chPref val="0"/>
        </dgm:presLayoutVars>
      </dgm:prSet>
      <dgm:spPr/>
    </dgm:pt>
  </dgm:ptLst>
  <dgm:cxnLst>
    <dgm:cxn modelId="{56A7D834-5872-4344-BA8F-28BD39CC80BD}" srcId="{98152E73-08D5-4898-8697-14A5DAEC3D3B}" destId="{2722359E-3FD4-45B1-86C1-52E6663C7BEF}" srcOrd="0" destOrd="0" parTransId="{EBCB9EF5-3184-447F-A095-F4742C90E8CC}" sibTransId="{D49F1B14-1EA0-4863-B733-FCA2B963F839}"/>
    <dgm:cxn modelId="{384EDE41-7791-4F64-BFEC-C55EE289D3F5}" type="presOf" srcId="{2722359E-3FD4-45B1-86C1-52E6663C7BEF}" destId="{9139EDCD-3C09-4F1D-AA72-E6347639BB36}" srcOrd="0" destOrd="0" presId="urn:microsoft.com/office/officeart/2018/2/layout/IconVerticalSolidList"/>
    <dgm:cxn modelId="{9AFB5C6B-60AB-482D-A681-4F285FF14F59}" srcId="{98152E73-08D5-4898-8697-14A5DAEC3D3B}" destId="{52D77F44-EBE0-405F-8A73-4DCD16A0DB96}" srcOrd="3" destOrd="0" parTransId="{356AEA45-9CA9-4780-BD4C-6CC7A17911F0}" sibTransId="{A07C0265-7A5B-4FFF-AB0D-026A4298800A}"/>
    <dgm:cxn modelId="{83AE6070-0FF3-48E9-85A9-435153D30DC7}" type="presOf" srcId="{52D77F44-EBE0-405F-8A73-4DCD16A0DB96}" destId="{E5864034-C3E1-470E-B850-966E3EAF32F7}" srcOrd="0" destOrd="0" presId="urn:microsoft.com/office/officeart/2018/2/layout/IconVerticalSolidList"/>
    <dgm:cxn modelId="{1450077F-8AB1-4C81-A93E-A076016A0626}" srcId="{98152E73-08D5-4898-8697-14A5DAEC3D3B}" destId="{8498AFF1-B53A-4D15-B3C5-80B1947FA7FA}" srcOrd="1" destOrd="0" parTransId="{BDD7BC48-8876-4258-8DA1-34AC6734D665}" sibTransId="{DEDDA416-0CB1-4C01-8FDF-184B8A18E919}"/>
    <dgm:cxn modelId="{FC3D10AA-FEFD-42BE-A1A1-E9306657B421}" type="presOf" srcId="{98152E73-08D5-4898-8697-14A5DAEC3D3B}" destId="{6BC1F356-4129-4D6C-989A-E7C7742ABF3C}" srcOrd="0" destOrd="0" presId="urn:microsoft.com/office/officeart/2018/2/layout/IconVerticalSolidList"/>
    <dgm:cxn modelId="{FF9E49D8-5DB5-4D8F-8F5D-8CD431BB4A63}" srcId="{98152E73-08D5-4898-8697-14A5DAEC3D3B}" destId="{2C6C5448-C41D-41AD-B87C-071AED41F72D}" srcOrd="2" destOrd="0" parTransId="{FE19679D-D328-4606-9069-D9F5AE19DC5E}" sibTransId="{B195FA1D-7AD4-4D78-9389-D615E6784221}"/>
    <dgm:cxn modelId="{7B4DDAF6-D4A6-4F63-A950-766247D9BA18}" type="presOf" srcId="{8498AFF1-B53A-4D15-B3C5-80B1947FA7FA}" destId="{49AA6F1A-F98E-4012-A2AF-F8FD14A924CB}" srcOrd="0" destOrd="0" presId="urn:microsoft.com/office/officeart/2018/2/layout/IconVerticalSolidList"/>
    <dgm:cxn modelId="{398DB0FC-5794-4DA0-81BD-5AFA7F33CC19}" type="presOf" srcId="{2C6C5448-C41D-41AD-B87C-071AED41F72D}" destId="{1FC35DCE-7699-4F87-BA2C-0DC67FBD5BEF}" srcOrd="0" destOrd="0" presId="urn:microsoft.com/office/officeart/2018/2/layout/IconVerticalSolidList"/>
    <dgm:cxn modelId="{9DF9B1BE-F2AA-4CEF-9C6F-906DAB23F473}" type="presParOf" srcId="{6BC1F356-4129-4D6C-989A-E7C7742ABF3C}" destId="{A9040AAE-5BF7-4828-B5EC-3D6B0FDEC768}" srcOrd="0" destOrd="0" presId="urn:microsoft.com/office/officeart/2018/2/layout/IconVerticalSolidList"/>
    <dgm:cxn modelId="{CD0F8E2C-FE80-4719-8912-F3D2670729C9}" type="presParOf" srcId="{A9040AAE-5BF7-4828-B5EC-3D6B0FDEC768}" destId="{F2183CF8-11D1-43BA-9175-6FE44F99AA18}" srcOrd="0" destOrd="0" presId="urn:microsoft.com/office/officeart/2018/2/layout/IconVerticalSolidList"/>
    <dgm:cxn modelId="{58A2918C-5A1B-4B11-936F-8227039E6CC0}" type="presParOf" srcId="{A9040AAE-5BF7-4828-B5EC-3D6B0FDEC768}" destId="{8F320B4F-B946-4917-861A-17F0537CAC65}" srcOrd="1" destOrd="0" presId="urn:microsoft.com/office/officeart/2018/2/layout/IconVerticalSolidList"/>
    <dgm:cxn modelId="{99C4BB24-F1EC-4AAD-A915-5CD43EB85EFF}" type="presParOf" srcId="{A9040AAE-5BF7-4828-B5EC-3D6B0FDEC768}" destId="{3E59F90C-9426-444A-81D2-CA750FEC7F6B}" srcOrd="2" destOrd="0" presId="urn:microsoft.com/office/officeart/2018/2/layout/IconVerticalSolidList"/>
    <dgm:cxn modelId="{38F7C1C9-1510-4FEF-928D-1E2C1BFE4A6F}" type="presParOf" srcId="{A9040AAE-5BF7-4828-B5EC-3D6B0FDEC768}" destId="{9139EDCD-3C09-4F1D-AA72-E6347639BB36}" srcOrd="3" destOrd="0" presId="urn:microsoft.com/office/officeart/2018/2/layout/IconVerticalSolidList"/>
    <dgm:cxn modelId="{0D1A3034-DF5B-4969-ABC9-C29CD6E1350D}" type="presParOf" srcId="{6BC1F356-4129-4D6C-989A-E7C7742ABF3C}" destId="{25CC7C84-C411-4B60-B972-48C834EA67C6}" srcOrd="1" destOrd="0" presId="urn:microsoft.com/office/officeart/2018/2/layout/IconVerticalSolidList"/>
    <dgm:cxn modelId="{75BD2E59-EE79-4A70-870C-B6BE5990AD8D}" type="presParOf" srcId="{6BC1F356-4129-4D6C-989A-E7C7742ABF3C}" destId="{C4C57663-1A47-464B-8075-0E59B82EEC1C}" srcOrd="2" destOrd="0" presId="urn:microsoft.com/office/officeart/2018/2/layout/IconVerticalSolidList"/>
    <dgm:cxn modelId="{0F623FA0-E26D-4CE4-902A-C948306CD727}" type="presParOf" srcId="{C4C57663-1A47-464B-8075-0E59B82EEC1C}" destId="{159CE450-38D6-41FC-ACE8-77C889D44E3E}" srcOrd="0" destOrd="0" presId="urn:microsoft.com/office/officeart/2018/2/layout/IconVerticalSolidList"/>
    <dgm:cxn modelId="{003F6563-2915-4FD4-B3C4-3905EB6C9375}" type="presParOf" srcId="{C4C57663-1A47-464B-8075-0E59B82EEC1C}" destId="{BD04FDFD-9C17-4A00-B96B-7CAF53E8A0B9}" srcOrd="1" destOrd="0" presId="urn:microsoft.com/office/officeart/2018/2/layout/IconVerticalSolidList"/>
    <dgm:cxn modelId="{DAC11C33-1C35-430F-B865-1064C808FE0E}" type="presParOf" srcId="{C4C57663-1A47-464B-8075-0E59B82EEC1C}" destId="{0801A1EF-DB94-47F6-A6E4-62D3F6D9688D}" srcOrd="2" destOrd="0" presId="urn:microsoft.com/office/officeart/2018/2/layout/IconVerticalSolidList"/>
    <dgm:cxn modelId="{35DF9A93-54B6-4682-9AEA-AC8435F3884A}" type="presParOf" srcId="{C4C57663-1A47-464B-8075-0E59B82EEC1C}" destId="{49AA6F1A-F98E-4012-A2AF-F8FD14A924CB}" srcOrd="3" destOrd="0" presId="urn:microsoft.com/office/officeart/2018/2/layout/IconVerticalSolidList"/>
    <dgm:cxn modelId="{CBD03F2A-57E4-48C1-AE92-1E2AE7FDB229}" type="presParOf" srcId="{6BC1F356-4129-4D6C-989A-E7C7742ABF3C}" destId="{A415B7D9-D916-4E89-8B80-875D516757B4}" srcOrd="3" destOrd="0" presId="urn:microsoft.com/office/officeart/2018/2/layout/IconVerticalSolidList"/>
    <dgm:cxn modelId="{2564C08F-50C8-4D40-BDE1-34D3817C75F0}" type="presParOf" srcId="{6BC1F356-4129-4D6C-989A-E7C7742ABF3C}" destId="{579FDEF7-834A-4AC1-8F77-DFED05CF76F7}" srcOrd="4" destOrd="0" presId="urn:microsoft.com/office/officeart/2018/2/layout/IconVerticalSolidList"/>
    <dgm:cxn modelId="{5071DC11-60CE-445B-A55C-3CF9FDEA2506}" type="presParOf" srcId="{579FDEF7-834A-4AC1-8F77-DFED05CF76F7}" destId="{092D0EBC-73D9-4986-A3BF-16CA7FC558CC}" srcOrd="0" destOrd="0" presId="urn:microsoft.com/office/officeart/2018/2/layout/IconVerticalSolidList"/>
    <dgm:cxn modelId="{F8EB2B42-2C31-4501-A202-3A3DE93E8EB6}" type="presParOf" srcId="{579FDEF7-834A-4AC1-8F77-DFED05CF76F7}" destId="{1832A742-F54F-4C5A-B26C-5126E5929B28}" srcOrd="1" destOrd="0" presId="urn:microsoft.com/office/officeart/2018/2/layout/IconVerticalSolidList"/>
    <dgm:cxn modelId="{E4D0A896-5043-4F9A-A3BD-93B7A340BF7C}" type="presParOf" srcId="{579FDEF7-834A-4AC1-8F77-DFED05CF76F7}" destId="{4098978C-44E5-426A-8B91-382294CFFB2F}" srcOrd="2" destOrd="0" presId="urn:microsoft.com/office/officeart/2018/2/layout/IconVerticalSolidList"/>
    <dgm:cxn modelId="{2DD93220-6A00-4A65-8501-990DD3D8B3C1}" type="presParOf" srcId="{579FDEF7-834A-4AC1-8F77-DFED05CF76F7}" destId="{1FC35DCE-7699-4F87-BA2C-0DC67FBD5BEF}" srcOrd="3" destOrd="0" presId="urn:microsoft.com/office/officeart/2018/2/layout/IconVerticalSolidList"/>
    <dgm:cxn modelId="{F27C7C72-8803-402D-B840-5C379F46E8DE}" type="presParOf" srcId="{6BC1F356-4129-4D6C-989A-E7C7742ABF3C}" destId="{0E234DB4-BED3-476B-8436-F70DCB6808A8}" srcOrd="5" destOrd="0" presId="urn:microsoft.com/office/officeart/2018/2/layout/IconVerticalSolidList"/>
    <dgm:cxn modelId="{3A7258EE-30CB-4386-ADF8-F7E1760E7235}" type="presParOf" srcId="{6BC1F356-4129-4D6C-989A-E7C7742ABF3C}" destId="{FD38AC9B-9CEA-4BAE-8427-F0D3D7835465}" srcOrd="6" destOrd="0" presId="urn:microsoft.com/office/officeart/2018/2/layout/IconVerticalSolidList"/>
    <dgm:cxn modelId="{2B3806A5-B1F9-4C39-9148-52B41036AC21}" type="presParOf" srcId="{FD38AC9B-9CEA-4BAE-8427-F0D3D7835465}" destId="{D4FA26AC-151B-4A5D-BCEB-11BC0AD7D04D}" srcOrd="0" destOrd="0" presId="urn:microsoft.com/office/officeart/2018/2/layout/IconVerticalSolidList"/>
    <dgm:cxn modelId="{941E2D85-4C20-42CE-AF09-933DB4C4D146}" type="presParOf" srcId="{FD38AC9B-9CEA-4BAE-8427-F0D3D7835465}" destId="{0115C1CD-3519-4B44-BF12-BE8A91BBCD73}" srcOrd="1" destOrd="0" presId="urn:microsoft.com/office/officeart/2018/2/layout/IconVerticalSolidList"/>
    <dgm:cxn modelId="{A5DCDE11-8B0B-4D7B-9180-FFEDD3A434DC}" type="presParOf" srcId="{FD38AC9B-9CEA-4BAE-8427-F0D3D7835465}" destId="{D38B5316-D758-4784-ABF6-BE849B757171}" srcOrd="2" destOrd="0" presId="urn:microsoft.com/office/officeart/2018/2/layout/IconVerticalSolidList"/>
    <dgm:cxn modelId="{198DB85A-094D-4BD1-915B-F4C9F7313B4A}" type="presParOf" srcId="{FD38AC9B-9CEA-4BAE-8427-F0D3D7835465}" destId="{E5864034-C3E1-470E-B850-966E3EAF32F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21E2BA7-4FA6-49F6-AF09-D42537D96A9B}"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350907DF-9AFF-4709-8E36-4E61F7E71EAE}">
      <dgm:prSet/>
      <dgm:spPr/>
      <dgm:t>
        <a:bodyPr/>
        <a:lstStyle/>
        <a:p>
          <a:r>
            <a:rPr lang="en-SE"/>
            <a:t>Techniques for Feature Selection:</a:t>
          </a:r>
          <a:endParaRPr lang="en-US"/>
        </a:p>
      </dgm:t>
    </dgm:pt>
    <dgm:pt modelId="{57363029-A8D2-4D71-B5A2-57BAB7BFE697}" type="parTrans" cxnId="{ACD80A0A-DB87-4D87-BA04-4696AB091493}">
      <dgm:prSet/>
      <dgm:spPr/>
      <dgm:t>
        <a:bodyPr/>
        <a:lstStyle/>
        <a:p>
          <a:endParaRPr lang="en-US"/>
        </a:p>
      </dgm:t>
    </dgm:pt>
    <dgm:pt modelId="{4D403F4B-C03D-4533-A4D9-61638DDFB49C}" type="sibTrans" cxnId="{ACD80A0A-DB87-4D87-BA04-4696AB091493}">
      <dgm:prSet/>
      <dgm:spPr/>
      <dgm:t>
        <a:bodyPr/>
        <a:lstStyle/>
        <a:p>
          <a:endParaRPr lang="en-US"/>
        </a:p>
      </dgm:t>
    </dgm:pt>
    <dgm:pt modelId="{D21D2B86-A4E6-4272-B4BF-DC1E8150F2A7}">
      <dgm:prSet/>
      <dgm:spPr/>
      <dgm:t>
        <a:bodyPr/>
        <a:lstStyle/>
        <a:p>
          <a:r>
            <a:rPr lang="en-SE"/>
            <a:t>1. Filter Methods (Picking Features Based on Statistics)</a:t>
          </a:r>
          <a:endParaRPr lang="en-US"/>
        </a:p>
      </dgm:t>
    </dgm:pt>
    <dgm:pt modelId="{C74F83D2-69BF-42F0-BF4E-408EE949C0CF}" type="parTrans" cxnId="{1853CAB0-60AD-4762-B79A-5396CB80DDB4}">
      <dgm:prSet/>
      <dgm:spPr/>
      <dgm:t>
        <a:bodyPr/>
        <a:lstStyle/>
        <a:p>
          <a:endParaRPr lang="en-US"/>
        </a:p>
      </dgm:t>
    </dgm:pt>
    <dgm:pt modelId="{44224BD3-EBBF-4E11-BA0F-CFF71709E28D}" type="sibTrans" cxnId="{1853CAB0-60AD-4762-B79A-5396CB80DDB4}">
      <dgm:prSet/>
      <dgm:spPr/>
      <dgm:t>
        <a:bodyPr/>
        <a:lstStyle/>
        <a:p>
          <a:endParaRPr lang="en-US"/>
        </a:p>
      </dgm:t>
    </dgm:pt>
    <dgm:pt modelId="{CC69271B-857D-489F-BAEB-B9D39F3CAB40}">
      <dgm:prSet/>
      <dgm:spPr/>
      <dgm:t>
        <a:bodyPr/>
        <a:lstStyle/>
        <a:p>
          <a:r>
            <a:rPr lang="en-SE"/>
            <a:t>These methods quickly check which features are useful before using a model.</a:t>
          </a:r>
          <a:endParaRPr lang="en-US"/>
        </a:p>
      </dgm:t>
    </dgm:pt>
    <dgm:pt modelId="{6C148DBA-9894-425C-9329-F2F6BC563B03}" type="parTrans" cxnId="{850F6584-65D6-4C96-BBBC-14BD81D59723}">
      <dgm:prSet/>
      <dgm:spPr/>
      <dgm:t>
        <a:bodyPr/>
        <a:lstStyle/>
        <a:p>
          <a:endParaRPr lang="en-US"/>
        </a:p>
      </dgm:t>
    </dgm:pt>
    <dgm:pt modelId="{0D0B360A-0EE9-4DE5-8DFE-6240C2DFD1FE}" type="sibTrans" cxnId="{850F6584-65D6-4C96-BBBC-14BD81D59723}">
      <dgm:prSet/>
      <dgm:spPr/>
      <dgm:t>
        <a:bodyPr/>
        <a:lstStyle/>
        <a:p>
          <a:endParaRPr lang="en-US"/>
        </a:p>
      </dgm:t>
    </dgm:pt>
    <dgm:pt modelId="{11002D71-F08B-4695-9F68-30AE73AD094B}">
      <dgm:prSet/>
      <dgm:spPr/>
      <dgm:t>
        <a:bodyPr/>
        <a:lstStyle/>
        <a:p>
          <a:r>
            <a:rPr lang="en-SE"/>
            <a:t>Techniques Used:</a:t>
          </a:r>
          <a:endParaRPr lang="en-US"/>
        </a:p>
      </dgm:t>
    </dgm:pt>
    <dgm:pt modelId="{F91103D8-3055-4151-BCDF-4AB17C35ED1E}" type="parTrans" cxnId="{49D3C46E-DA50-45AE-8F6E-B6BFB4D3C106}">
      <dgm:prSet/>
      <dgm:spPr/>
      <dgm:t>
        <a:bodyPr/>
        <a:lstStyle/>
        <a:p>
          <a:endParaRPr lang="en-US"/>
        </a:p>
      </dgm:t>
    </dgm:pt>
    <dgm:pt modelId="{400082FE-E34E-4E88-B480-9A4AB4385F89}" type="sibTrans" cxnId="{49D3C46E-DA50-45AE-8F6E-B6BFB4D3C106}">
      <dgm:prSet/>
      <dgm:spPr/>
      <dgm:t>
        <a:bodyPr/>
        <a:lstStyle/>
        <a:p>
          <a:endParaRPr lang="en-US"/>
        </a:p>
      </dgm:t>
    </dgm:pt>
    <dgm:pt modelId="{CF16E6FD-C697-4F3C-B9DE-0BD6A8CCB9ED}">
      <dgm:prSet/>
      <dgm:spPr/>
      <dgm:t>
        <a:bodyPr/>
        <a:lstStyle/>
        <a:p>
          <a:r>
            <a:rPr lang="en-SE" dirty="0"/>
            <a:t>Pearson Correlation: Measures how strongly two things are related.</a:t>
          </a:r>
          <a:endParaRPr lang="en-US" dirty="0"/>
        </a:p>
      </dgm:t>
    </dgm:pt>
    <dgm:pt modelId="{A3541896-2D56-4D21-B35A-2820CF354465}" type="parTrans" cxnId="{CD2D646D-5CF4-4701-A137-117292C6CE0D}">
      <dgm:prSet/>
      <dgm:spPr/>
      <dgm:t>
        <a:bodyPr/>
        <a:lstStyle/>
        <a:p>
          <a:endParaRPr lang="en-US"/>
        </a:p>
      </dgm:t>
    </dgm:pt>
    <dgm:pt modelId="{4B16AF52-4D89-4E4B-9363-17F4356263F5}" type="sibTrans" cxnId="{CD2D646D-5CF4-4701-A137-117292C6CE0D}">
      <dgm:prSet/>
      <dgm:spPr/>
      <dgm:t>
        <a:bodyPr/>
        <a:lstStyle/>
        <a:p>
          <a:endParaRPr lang="en-US"/>
        </a:p>
      </dgm:t>
    </dgm:pt>
    <dgm:pt modelId="{F83CB33F-9A3F-4F26-9A53-AF490880922B}">
      <dgm:prSet/>
      <dgm:spPr/>
      <dgm:t>
        <a:bodyPr/>
        <a:lstStyle/>
        <a:p>
          <a:r>
            <a:rPr lang="en-SE"/>
            <a:t>Chi-Square Test: Checks if one thing affects anothe</a:t>
          </a:r>
          <a:r>
            <a:rPr lang="en-US"/>
            <a:t>r</a:t>
          </a:r>
          <a:r>
            <a:rPr lang="en-SE"/>
            <a:t>.</a:t>
          </a:r>
          <a:endParaRPr lang="en-US"/>
        </a:p>
      </dgm:t>
    </dgm:pt>
    <dgm:pt modelId="{D944CA5E-C4EC-4B34-8979-A4BBF809A470}" type="parTrans" cxnId="{40288D2F-DB9A-45B7-B747-21C81FE86718}">
      <dgm:prSet/>
      <dgm:spPr/>
      <dgm:t>
        <a:bodyPr/>
        <a:lstStyle/>
        <a:p>
          <a:endParaRPr lang="en-US"/>
        </a:p>
      </dgm:t>
    </dgm:pt>
    <dgm:pt modelId="{9F8800C8-97D6-42D4-94B8-92ED929DC84E}" type="sibTrans" cxnId="{40288D2F-DB9A-45B7-B747-21C81FE86718}">
      <dgm:prSet/>
      <dgm:spPr/>
      <dgm:t>
        <a:bodyPr/>
        <a:lstStyle/>
        <a:p>
          <a:endParaRPr lang="en-US"/>
        </a:p>
      </dgm:t>
    </dgm:pt>
    <dgm:pt modelId="{5931218D-7466-4CAB-A6C1-57C8CE0A43A0}" type="pres">
      <dgm:prSet presAssocID="{621E2BA7-4FA6-49F6-AF09-D42537D96A9B}" presName="linear" presStyleCnt="0">
        <dgm:presLayoutVars>
          <dgm:animLvl val="lvl"/>
          <dgm:resizeHandles val="exact"/>
        </dgm:presLayoutVars>
      </dgm:prSet>
      <dgm:spPr/>
    </dgm:pt>
    <dgm:pt modelId="{83ACD427-9C21-4A40-AADC-0D8D292A6A82}" type="pres">
      <dgm:prSet presAssocID="{350907DF-9AFF-4709-8E36-4E61F7E71EAE}" presName="parentText" presStyleLbl="node1" presStyleIdx="0" presStyleCnt="6">
        <dgm:presLayoutVars>
          <dgm:chMax val="0"/>
          <dgm:bulletEnabled val="1"/>
        </dgm:presLayoutVars>
      </dgm:prSet>
      <dgm:spPr/>
    </dgm:pt>
    <dgm:pt modelId="{05BFA5B7-DC29-48F1-A88C-B10CF08EF38D}" type="pres">
      <dgm:prSet presAssocID="{4D403F4B-C03D-4533-A4D9-61638DDFB49C}" presName="spacer" presStyleCnt="0"/>
      <dgm:spPr/>
    </dgm:pt>
    <dgm:pt modelId="{9572BF1E-5B0E-4912-B050-5C1D423F1ECF}" type="pres">
      <dgm:prSet presAssocID="{D21D2B86-A4E6-4272-B4BF-DC1E8150F2A7}" presName="parentText" presStyleLbl="node1" presStyleIdx="1" presStyleCnt="6">
        <dgm:presLayoutVars>
          <dgm:chMax val="0"/>
          <dgm:bulletEnabled val="1"/>
        </dgm:presLayoutVars>
      </dgm:prSet>
      <dgm:spPr/>
    </dgm:pt>
    <dgm:pt modelId="{9A4BD0C2-C0F0-480D-92F5-4FAED37612BD}" type="pres">
      <dgm:prSet presAssocID="{44224BD3-EBBF-4E11-BA0F-CFF71709E28D}" presName="spacer" presStyleCnt="0"/>
      <dgm:spPr/>
    </dgm:pt>
    <dgm:pt modelId="{893CBC3B-3225-4689-A9D1-FAB1BBF5295D}" type="pres">
      <dgm:prSet presAssocID="{CC69271B-857D-489F-BAEB-B9D39F3CAB40}" presName="parentText" presStyleLbl="node1" presStyleIdx="2" presStyleCnt="6">
        <dgm:presLayoutVars>
          <dgm:chMax val="0"/>
          <dgm:bulletEnabled val="1"/>
        </dgm:presLayoutVars>
      </dgm:prSet>
      <dgm:spPr/>
    </dgm:pt>
    <dgm:pt modelId="{984330D6-6797-4EA5-9DAF-83A6CEE18357}" type="pres">
      <dgm:prSet presAssocID="{0D0B360A-0EE9-4DE5-8DFE-6240C2DFD1FE}" presName="spacer" presStyleCnt="0"/>
      <dgm:spPr/>
    </dgm:pt>
    <dgm:pt modelId="{15AA54DF-60C9-49C5-99D5-A1E78E79E536}" type="pres">
      <dgm:prSet presAssocID="{11002D71-F08B-4695-9F68-30AE73AD094B}" presName="parentText" presStyleLbl="node1" presStyleIdx="3" presStyleCnt="6">
        <dgm:presLayoutVars>
          <dgm:chMax val="0"/>
          <dgm:bulletEnabled val="1"/>
        </dgm:presLayoutVars>
      </dgm:prSet>
      <dgm:spPr/>
    </dgm:pt>
    <dgm:pt modelId="{D460C829-659B-4102-9B94-FDB32DAB9E40}" type="pres">
      <dgm:prSet presAssocID="{400082FE-E34E-4E88-B480-9A4AB4385F89}" presName="spacer" presStyleCnt="0"/>
      <dgm:spPr/>
    </dgm:pt>
    <dgm:pt modelId="{E9A7B533-E5E3-4406-8CBA-9DF6D49094F4}" type="pres">
      <dgm:prSet presAssocID="{CF16E6FD-C697-4F3C-B9DE-0BD6A8CCB9ED}" presName="parentText" presStyleLbl="node1" presStyleIdx="4" presStyleCnt="6">
        <dgm:presLayoutVars>
          <dgm:chMax val="0"/>
          <dgm:bulletEnabled val="1"/>
        </dgm:presLayoutVars>
      </dgm:prSet>
      <dgm:spPr/>
    </dgm:pt>
    <dgm:pt modelId="{9D4EF2FD-3C06-4011-BD93-D7454EBC8470}" type="pres">
      <dgm:prSet presAssocID="{4B16AF52-4D89-4E4B-9363-17F4356263F5}" presName="spacer" presStyleCnt="0"/>
      <dgm:spPr/>
    </dgm:pt>
    <dgm:pt modelId="{37DA6DBB-956E-440F-AF1E-6B11FCC95028}" type="pres">
      <dgm:prSet presAssocID="{F83CB33F-9A3F-4F26-9A53-AF490880922B}" presName="parentText" presStyleLbl="node1" presStyleIdx="5" presStyleCnt="6">
        <dgm:presLayoutVars>
          <dgm:chMax val="0"/>
          <dgm:bulletEnabled val="1"/>
        </dgm:presLayoutVars>
      </dgm:prSet>
      <dgm:spPr/>
    </dgm:pt>
  </dgm:ptLst>
  <dgm:cxnLst>
    <dgm:cxn modelId="{E3254E04-5836-42C4-84D2-FE2E0959D3B4}" type="presOf" srcId="{11002D71-F08B-4695-9F68-30AE73AD094B}" destId="{15AA54DF-60C9-49C5-99D5-A1E78E79E536}" srcOrd="0" destOrd="0" presId="urn:microsoft.com/office/officeart/2005/8/layout/vList2"/>
    <dgm:cxn modelId="{A18BA309-2588-4A07-AAA7-8FF7FF477B29}" type="presOf" srcId="{CF16E6FD-C697-4F3C-B9DE-0BD6A8CCB9ED}" destId="{E9A7B533-E5E3-4406-8CBA-9DF6D49094F4}" srcOrd="0" destOrd="0" presId="urn:microsoft.com/office/officeart/2005/8/layout/vList2"/>
    <dgm:cxn modelId="{ACD80A0A-DB87-4D87-BA04-4696AB091493}" srcId="{621E2BA7-4FA6-49F6-AF09-D42537D96A9B}" destId="{350907DF-9AFF-4709-8E36-4E61F7E71EAE}" srcOrd="0" destOrd="0" parTransId="{57363029-A8D2-4D71-B5A2-57BAB7BFE697}" sibTransId="{4D403F4B-C03D-4533-A4D9-61638DDFB49C}"/>
    <dgm:cxn modelId="{FBC60B2C-5062-4014-9D29-34A5EA86CA2D}" type="presOf" srcId="{350907DF-9AFF-4709-8E36-4E61F7E71EAE}" destId="{83ACD427-9C21-4A40-AADC-0D8D292A6A82}" srcOrd="0" destOrd="0" presId="urn:microsoft.com/office/officeart/2005/8/layout/vList2"/>
    <dgm:cxn modelId="{40288D2F-DB9A-45B7-B747-21C81FE86718}" srcId="{621E2BA7-4FA6-49F6-AF09-D42537D96A9B}" destId="{F83CB33F-9A3F-4F26-9A53-AF490880922B}" srcOrd="5" destOrd="0" parTransId="{D944CA5E-C4EC-4B34-8979-A4BBF809A470}" sibTransId="{9F8800C8-97D6-42D4-94B8-92ED929DC84E}"/>
    <dgm:cxn modelId="{CD2D646D-5CF4-4701-A137-117292C6CE0D}" srcId="{621E2BA7-4FA6-49F6-AF09-D42537D96A9B}" destId="{CF16E6FD-C697-4F3C-B9DE-0BD6A8CCB9ED}" srcOrd="4" destOrd="0" parTransId="{A3541896-2D56-4D21-B35A-2820CF354465}" sibTransId="{4B16AF52-4D89-4E4B-9363-17F4356263F5}"/>
    <dgm:cxn modelId="{49D3C46E-DA50-45AE-8F6E-B6BFB4D3C106}" srcId="{621E2BA7-4FA6-49F6-AF09-D42537D96A9B}" destId="{11002D71-F08B-4695-9F68-30AE73AD094B}" srcOrd="3" destOrd="0" parTransId="{F91103D8-3055-4151-BCDF-4AB17C35ED1E}" sibTransId="{400082FE-E34E-4E88-B480-9A4AB4385F89}"/>
    <dgm:cxn modelId="{850F6584-65D6-4C96-BBBC-14BD81D59723}" srcId="{621E2BA7-4FA6-49F6-AF09-D42537D96A9B}" destId="{CC69271B-857D-489F-BAEB-B9D39F3CAB40}" srcOrd="2" destOrd="0" parTransId="{6C148DBA-9894-425C-9329-F2F6BC563B03}" sibTransId="{0D0B360A-0EE9-4DE5-8DFE-6240C2DFD1FE}"/>
    <dgm:cxn modelId="{F68FF88E-949C-444B-BCF8-D6E76A9EFAA4}" type="presOf" srcId="{621E2BA7-4FA6-49F6-AF09-D42537D96A9B}" destId="{5931218D-7466-4CAB-A6C1-57C8CE0A43A0}" srcOrd="0" destOrd="0" presId="urn:microsoft.com/office/officeart/2005/8/layout/vList2"/>
    <dgm:cxn modelId="{1853CAB0-60AD-4762-B79A-5396CB80DDB4}" srcId="{621E2BA7-4FA6-49F6-AF09-D42537D96A9B}" destId="{D21D2B86-A4E6-4272-B4BF-DC1E8150F2A7}" srcOrd="1" destOrd="0" parTransId="{C74F83D2-69BF-42F0-BF4E-408EE949C0CF}" sibTransId="{44224BD3-EBBF-4E11-BA0F-CFF71709E28D}"/>
    <dgm:cxn modelId="{E2D726D1-100E-4B60-975A-13D8FA5AEEF1}" type="presOf" srcId="{F83CB33F-9A3F-4F26-9A53-AF490880922B}" destId="{37DA6DBB-956E-440F-AF1E-6B11FCC95028}" srcOrd="0" destOrd="0" presId="urn:microsoft.com/office/officeart/2005/8/layout/vList2"/>
    <dgm:cxn modelId="{5D8075D2-2D76-4075-93AF-2CD3045E6C34}" type="presOf" srcId="{CC69271B-857D-489F-BAEB-B9D39F3CAB40}" destId="{893CBC3B-3225-4689-A9D1-FAB1BBF5295D}" srcOrd="0" destOrd="0" presId="urn:microsoft.com/office/officeart/2005/8/layout/vList2"/>
    <dgm:cxn modelId="{50CEF3E7-5EAA-4514-99FF-5486809EDE91}" type="presOf" srcId="{D21D2B86-A4E6-4272-B4BF-DC1E8150F2A7}" destId="{9572BF1E-5B0E-4912-B050-5C1D423F1ECF}" srcOrd="0" destOrd="0" presId="urn:microsoft.com/office/officeart/2005/8/layout/vList2"/>
    <dgm:cxn modelId="{3B764831-BE5E-484D-8FF4-D7ADAC05F587}" type="presParOf" srcId="{5931218D-7466-4CAB-A6C1-57C8CE0A43A0}" destId="{83ACD427-9C21-4A40-AADC-0D8D292A6A82}" srcOrd="0" destOrd="0" presId="urn:microsoft.com/office/officeart/2005/8/layout/vList2"/>
    <dgm:cxn modelId="{99E5CD1C-293C-42A1-85E0-D16EDC191992}" type="presParOf" srcId="{5931218D-7466-4CAB-A6C1-57C8CE0A43A0}" destId="{05BFA5B7-DC29-48F1-A88C-B10CF08EF38D}" srcOrd="1" destOrd="0" presId="urn:microsoft.com/office/officeart/2005/8/layout/vList2"/>
    <dgm:cxn modelId="{FC2A3EB1-4F74-4EF6-86C7-36CAD63228D0}" type="presParOf" srcId="{5931218D-7466-4CAB-A6C1-57C8CE0A43A0}" destId="{9572BF1E-5B0E-4912-B050-5C1D423F1ECF}" srcOrd="2" destOrd="0" presId="urn:microsoft.com/office/officeart/2005/8/layout/vList2"/>
    <dgm:cxn modelId="{B4318153-71A9-4F7D-A4B1-9987647BFCAF}" type="presParOf" srcId="{5931218D-7466-4CAB-A6C1-57C8CE0A43A0}" destId="{9A4BD0C2-C0F0-480D-92F5-4FAED37612BD}" srcOrd="3" destOrd="0" presId="urn:microsoft.com/office/officeart/2005/8/layout/vList2"/>
    <dgm:cxn modelId="{3CCB3909-E7D3-493D-9321-747183544376}" type="presParOf" srcId="{5931218D-7466-4CAB-A6C1-57C8CE0A43A0}" destId="{893CBC3B-3225-4689-A9D1-FAB1BBF5295D}" srcOrd="4" destOrd="0" presId="urn:microsoft.com/office/officeart/2005/8/layout/vList2"/>
    <dgm:cxn modelId="{C59A7AC2-1F62-4241-B18F-9FA4784043A2}" type="presParOf" srcId="{5931218D-7466-4CAB-A6C1-57C8CE0A43A0}" destId="{984330D6-6797-4EA5-9DAF-83A6CEE18357}" srcOrd="5" destOrd="0" presId="urn:microsoft.com/office/officeart/2005/8/layout/vList2"/>
    <dgm:cxn modelId="{FAA25782-30F9-4B33-ABCE-CAC16BD62D6E}" type="presParOf" srcId="{5931218D-7466-4CAB-A6C1-57C8CE0A43A0}" destId="{15AA54DF-60C9-49C5-99D5-A1E78E79E536}" srcOrd="6" destOrd="0" presId="urn:microsoft.com/office/officeart/2005/8/layout/vList2"/>
    <dgm:cxn modelId="{85435DB1-2932-4679-ADC5-761FE5C3D7B2}" type="presParOf" srcId="{5931218D-7466-4CAB-A6C1-57C8CE0A43A0}" destId="{D460C829-659B-4102-9B94-FDB32DAB9E40}" srcOrd="7" destOrd="0" presId="urn:microsoft.com/office/officeart/2005/8/layout/vList2"/>
    <dgm:cxn modelId="{0B6FD2AA-E7F2-49D7-9372-7086CB3D7E62}" type="presParOf" srcId="{5931218D-7466-4CAB-A6C1-57C8CE0A43A0}" destId="{E9A7B533-E5E3-4406-8CBA-9DF6D49094F4}" srcOrd="8" destOrd="0" presId="urn:microsoft.com/office/officeart/2005/8/layout/vList2"/>
    <dgm:cxn modelId="{64516D9A-F42B-4A89-AB20-101400BA6681}" type="presParOf" srcId="{5931218D-7466-4CAB-A6C1-57C8CE0A43A0}" destId="{9D4EF2FD-3C06-4011-BD93-D7454EBC8470}" srcOrd="9" destOrd="0" presId="urn:microsoft.com/office/officeart/2005/8/layout/vList2"/>
    <dgm:cxn modelId="{BD686717-1C44-4855-B405-71293EBAAAD9}" type="presParOf" srcId="{5931218D-7466-4CAB-A6C1-57C8CE0A43A0}" destId="{37DA6DBB-956E-440F-AF1E-6B11FCC95028}"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E601D75-CD9F-4F6C-BFB5-E7839D4D7D7D}" type="doc">
      <dgm:prSet loTypeId="urn:microsoft.com/office/officeart/2016/7/layout/RepeatingBendingProcessNew" loCatId="process" qsTypeId="urn:microsoft.com/office/officeart/2005/8/quickstyle/simple1" qsCatId="simple" csTypeId="urn:microsoft.com/office/officeart/2005/8/colors/accent1_2" csCatId="accent1" phldr="1"/>
      <dgm:spPr/>
      <dgm:t>
        <a:bodyPr/>
        <a:lstStyle/>
        <a:p>
          <a:endParaRPr lang="en-US"/>
        </a:p>
      </dgm:t>
    </dgm:pt>
    <dgm:pt modelId="{2B3505BF-E75F-41D3-9726-7E50060C1FAE}">
      <dgm:prSet/>
      <dgm:spPr/>
      <dgm:t>
        <a:bodyPr/>
        <a:lstStyle/>
        <a:p>
          <a:r>
            <a:rPr lang="en-US" dirty="0"/>
            <a:t>2. </a:t>
          </a:r>
          <a:r>
            <a:rPr lang="en-SE" dirty="0"/>
            <a:t>Wrapper Methods (Trying Different Feature Combinations)</a:t>
          </a:r>
          <a:endParaRPr lang="en-US" dirty="0"/>
        </a:p>
      </dgm:t>
    </dgm:pt>
    <dgm:pt modelId="{4F3C0981-C6BC-47CF-84A3-7B03A79E0E81}" type="parTrans" cxnId="{76EBF0BC-A2FB-4199-9779-8CA5F7EC4618}">
      <dgm:prSet/>
      <dgm:spPr/>
      <dgm:t>
        <a:bodyPr/>
        <a:lstStyle/>
        <a:p>
          <a:endParaRPr lang="en-US"/>
        </a:p>
      </dgm:t>
    </dgm:pt>
    <dgm:pt modelId="{AADEC2F4-2528-40A1-8874-AE5A9236B9F0}" type="sibTrans" cxnId="{76EBF0BC-A2FB-4199-9779-8CA5F7EC4618}">
      <dgm:prSet/>
      <dgm:spPr/>
      <dgm:t>
        <a:bodyPr/>
        <a:lstStyle/>
        <a:p>
          <a:endParaRPr lang="en-US"/>
        </a:p>
      </dgm:t>
    </dgm:pt>
    <dgm:pt modelId="{3807AADE-23C0-44A5-BEC1-4E5713EB998E}">
      <dgm:prSet/>
      <dgm:spPr/>
      <dgm:t>
        <a:bodyPr/>
        <a:lstStyle/>
        <a:p>
          <a:r>
            <a:rPr lang="en-SE" dirty="0"/>
            <a:t>These methods use a model to test different feature sets and see which work best.</a:t>
          </a:r>
          <a:endParaRPr lang="en-US" dirty="0"/>
        </a:p>
      </dgm:t>
    </dgm:pt>
    <dgm:pt modelId="{B56ECDB9-6131-4938-9CD7-ECDE0A087926}" type="parTrans" cxnId="{7BDD8164-9935-4C2B-9923-BC1EF38940CA}">
      <dgm:prSet/>
      <dgm:spPr/>
      <dgm:t>
        <a:bodyPr/>
        <a:lstStyle/>
        <a:p>
          <a:endParaRPr lang="en-US"/>
        </a:p>
      </dgm:t>
    </dgm:pt>
    <dgm:pt modelId="{3BC7A715-BF9B-4E20-807E-7C14DE39E0E0}" type="sibTrans" cxnId="{7BDD8164-9935-4C2B-9923-BC1EF38940CA}">
      <dgm:prSet/>
      <dgm:spPr/>
      <dgm:t>
        <a:bodyPr/>
        <a:lstStyle/>
        <a:p>
          <a:endParaRPr lang="en-US"/>
        </a:p>
      </dgm:t>
    </dgm:pt>
    <dgm:pt modelId="{88B5ECB3-E066-4CD7-9CD2-4B65D1CCCD20}">
      <dgm:prSet/>
      <dgm:spPr/>
      <dgm:t>
        <a:bodyPr/>
        <a:lstStyle/>
        <a:p>
          <a:r>
            <a:rPr lang="en-SE" dirty="0"/>
            <a:t>Example: Imagine you’re packing for a trip. You try different sets of clothes to see what fits best in your suitcase.</a:t>
          </a:r>
          <a:endParaRPr lang="en-US" dirty="0"/>
        </a:p>
      </dgm:t>
    </dgm:pt>
    <dgm:pt modelId="{E2F29897-C4B6-4A51-8DA8-52087F5F23FE}" type="parTrans" cxnId="{4EB81AD0-8E50-425B-AEC3-71E3F32EBBB0}">
      <dgm:prSet/>
      <dgm:spPr/>
      <dgm:t>
        <a:bodyPr/>
        <a:lstStyle/>
        <a:p>
          <a:endParaRPr lang="en-US"/>
        </a:p>
      </dgm:t>
    </dgm:pt>
    <dgm:pt modelId="{9072F0C0-22D1-432E-85A1-9F31DFA67FB0}" type="sibTrans" cxnId="{4EB81AD0-8E50-425B-AEC3-71E3F32EBBB0}">
      <dgm:prSet/>
      <dgm:spPr/>
      <dgm:t>
        <a:bodyPr/>
        <a:lstStyle/>
        <a:p>
          <a:endParaRPr lang="en-US"/>
        </a:p>
      </dgm:t>
    </dgm:pt>
    <dgm:pt modelId="{6E40F6A3-3AD1-42B4-B0D6-290067A7B7A3}">
      <dgm:prSet/>
      <dgm:spPr/>
      <dgm:t>
        <a:bodyPr/>
        <a:lstStyle/>
        <a:p>
          <a:r>
            <a:rPr lang="en-SE" dirty="0"/>
            <a:t>Technique Used:</a:t>
          </a:r>
          <a:endParaRPr lang="en-US" dirty="0"/>
        </a:p>
      </dgm:t>
    </dgm:pt>
    <dgm:pt modelId="{ACB085B0-15A3-4E80-BADC-4069EC00B2DB}" type="parTrans" cxnId="{C2D601D6-752B-4D9F-B434-C8E4085060C9}">
      <dgm:prSet/>
      <dgm:spPr/>
      <dgm:t>
        <a:bodyPr/>
        <a:lstStyle/>
        <a:p>
          <a:endParaRPr lang="en-US"/>
        </a:p>
      </dgm:t>
    </dgm:pt>
    <dgm:pt modelId="{1E3A7351-4D82-4027-96D4-1DAB08842741}" type="sibTrans" cxnId="{C2D601D6-752B-4D9F-B434-C8E4085060C9}">
      <dgm:prSet/>
      <dgm:spPr/>
      <dgm:t>
        <a:bodyPr/>
        <a:lstStyle/>
        <a:p>
          <a:endParaRPr lang="en-US"/>
        </a:p>
      </dgm:t>
    </dgm:pt>
    <dgm:pt modelId="{CFE8B350-B7C0-402B-B2E6-AA57C864185D}">
      <dgm:prSet/>
      <dgm:spPr/>
      <dgm:t>
        <a:bodyPr/>
        <a:lstStyle/>
        <a:p>
          <a:r>
            <a:rPr lang="en-SE" dirty="0"/>
            <a:t>Recursive Feature Elimination (RFE): Starts with all features, removes the least useful one, checks the model's performance, and repeats the process until only the best features remain.</a:t>
          </a:r>
          <a:endParaRPr lang="en-US" dirty="0"/>
        </a:p>
      </dgm:t>
    </dgm:pt>
    <dgm:pt modelId="{757CCAB4-4984-472B-BEEB-DA7E8F580F37}" type="parTrans" cxnId="{41A677EC-9D4F-4C87-8904-667D29DF2FF9}">
      <dgm:prSet/>
      <dgm:spPr/>
      <dgm:t>
        <a:bodyPr/>
        <a:lstStyle/>
        <a:p>
          <a:endParaRPr lang="en-US"/>
        </a:p>
      </dgm:t>
    </dgm:pt>
    <dgm:pt modelId="{F07B556D-2F22-4003-A7B8-9861DBD8EFCB}" type="sibTrans" cxnId="{41A677EC-9D4F-4C87-8904-667D29DF2FF9}">
      <dgm:prSet/>
      <dgm:spPr/>
      <dgm:t>
        <a:bodyPr/>
        <a:lstStyle/>
        <a:p>
          <a:endParaRPr lang="en-US"/>
        </a:p>
      </dgm:t>
    </dgm:pt>
    <dgm:pt modelId="{240F5A00-0FEC-4F5D-A483-1374768AE3E5}" type="pres">
      <dgm:prSet presAssocID="{5E601D75-CD9F-4F6C-BFB5-E7839D4D7D7D}" presName="Name0" presStyleCnt="0">
        <dgm:presLayoutVars>
          <dgm:dir/>
          <dgm:resizeHandles val="exact"/>
        </dgm:presLayoutVars>
      </dgm:prSet>
      <dgm:spPr/>
    </dgm:pt>
    <dgm:pt modelId="{05C76CC1-E7E5-4768-9EEA-5E367316A901}" type="pres">
      <dgm:prSet presAssocID="{2B3505BF-E75F-41D3-9726-7E50060C1FAE}" presName="node" presStyleLbl="node1" presStyleIdx="0" presStyleCnt="5">
        <dgm:presLayoutVars>
          <dgm:bulletEnabled val="1"/>
        </dgm:presLayoutVars>
      </dgm:prSet>
      <dgm:spPr/>
    </dgm:pt>
    <dgm:pt modelId="{62970682-7A9C-4167-B892-6F30C7BA449C}" type="pres">
      <dgm:prSet presAssocID="{AADEC2F4-2528-40A1-8874-AE5A9236B9F0}" presName="sibTrans" presStyleLbl="sibTrans1D1" presStyleIdx="0" presStyleCnt="4"/>
      <dgm:spPr/>
    </dgm:pt>
    <dgm:pt modelId="{096B3477-655E-4D43-8646-2C39B6C82338}" type="pres">
      <dgm:prSet presAssocID="{AADEC2F4-2528-40A1-8874-AE5A9236B9F0}" presName="connectorText" presStyleLbl="sibTrans1D1" presStyleIdx="0" presStyleCnt="4"/>
      <dgm:spPr/>
    </dgm:pt>
    <dgm:pt modelId="{8E168630-A9C4-4A39-86F4-9844807E348D}" type="pres">
      <dgm:prSet presAssocID="{3807AADE-23C0-44A5-BEC1-4E5713EB998E}" presName="node" presStyleLbl="node1" presStyleIdx="1" presStyleCnt="5">
        <dgm:presLayoutVars>
          <dgm:bulletEnabled val="1"/>
        </dgm:presLayoutVars>
      </dgm:prSet>
      <dgm:spPr/>
    </dgm:pt>
    <dgm:pt modelId="{C519308E-C024-48A0-9EC8-3B18B3FB805F}" type="pres">
      <dgm:prSet presAssocID="{3BC7A715-BF9B-4E20-807E-7C14DE39E0E0}" presName="sibTrans" presStyleLbl="sibTrans1D1" presStyleIdx="1" presStyleCnt="4"/>
      <dgm:spPr/>
    </dgm:pt>
    <dgm:pt modelId="{4C14D4C8-FB9B-4AA7-9C57-D5277129F295}" type="pres">
      <dgm:prSet presAssocID="{3BC7A715-BF9B-4E20-807E-7C14DE39E0E0}" presName="connectorText" presStyleLbl="sibTrans1D1" presStyleIdx="1" presStyleCnt="4"/>
      <dgm:spPr/>
    </dgm:pt>
    <dgm:pt modelId="{84A522FA-2D86-433F-B895-839D5F439E81}" type="pres">
      <dgm:prSet presAssocID="{88B5ECB3-E066-4CD7-9CD2-4B65D1CCCD20}" presName="node" presStyleLbl="node1" presStyleIdx="2" presStyleCnt="5">
        <dgm:presLayoutVars>
          <dgm:bulletEnabled val="1"/>
        </dgm:presLayoutVars>
      </dgm:prSet>
      <dgm:spPr/>
    </dgm:pt>
    <dgm:pt modelId="{B54FE8DA-B661-4F0A-BD8B-0DF25CBCA9D4}" type="pres">
      <dgm:prSet presAssocID="{9072F0C0-22D1-432E-85A1-9F31DFA67FB0}" presName="sibTrans" presStyleLbl="sibTrans1D1" presStyleIdx="2" presStyleCnt="4"/>
      <dgm:spPr/>
    </dgm:pt>
    <dgm:pt modelId="{BED309C6-20D0-4F49-97D3-B43FB7E6365B}" type="pres">
      <dgm:prSet presAssocID="{9072F0C0-22D1-432E-85A1-9F31DFA67FB0}" presName="connectorText" presStyleLbl="sibTrans1D1" presStyleIdx="2" presStyleCnt="4"/>
      <dgm:spPr/>
    </dgm:pt>
    <dgm:pt modelId="{2B7C2D73-A78D-4F3C-8BD5-E3833DB9D9A7}" type="pres">
      <dgm:prSet presAssocID="{6E40F6A3-3AD1-42B4-B0D6-290067A7B7A3}" presName="node" presStyleLbl="node1" presStyleIdx="3" presStyleCnt="5">
        <dgm:presLayoutVars>
          <dgm:bulletEnabled val="1"/>
        </dgm:presLayoutVars>
      </dgm:prSet>
      <dgm:spPr/>
    </dgm:pt>
    <dgm:pt modelId="{7C5D458F-8670-4816-B909-9AFA5DBD4A55}" type="pres">
      <dgm:prSet presAssocID="{1E3A7351-4D82-4027-96D4-1DAB08842741}" presName="sibTrans" presStyleLbl="sibTrans1D1" presStyleIdx="3" presStyleCnt="4"/>
      <dgm:spPr/>
    </dgm:pt>
    <dgm:pt modelId="{8A9C1828-15BF-4680-837D-282871573C06}" type="pres">
      <dgm:prSet presAssocID="{1E3A7351-4D82-4027-96D4-1DAB08842741}" presName="connectorText" presStyleLbl="sibTrans1D1" presStyleIdx="3" presStyleCnt="4"/>
      <dgm:spPr/>
    </dgm:pt>
    <dgm:pt modelId="{C08AB93B-E340-4114-A26B-605A66CBBB40}" type="pres">
      <dgm:prSet presAssocID="{CFE8B350-B7C0-402B-B2E6-AA57C864185D}" presName="node" presStyleLbl="node1" presStyleIdx="4" presStyleCnt="5">
        <dgm:presLayoutVars>
          <dgm:bulletEnabled val="1"/>
        </dgm:presLayoutVars>
      </dgm:prSet>
      <dgm:spPr/>
    </dgm:pt>
  </dgm:ptLst>
  <dgm:cxnLst>
    <dgm:cxn modelId="{25E28410-A2C4-49EE-B8D0-ABE22173CE8D}" type="presOf" srcId="{3807AADE-23C0-44A5-BEC1-4E5713EB998E}" destId="{8E168630-A9C4-4A39-86F4-9844807E348D}" srcOrd="0" destOrd="0" presId="urn:microsoft.com/office/officeart/2016/7/layout/RepeatingBendingProcessNew"/>
    <dgm:cxn modelId="{14F1DC21-A4D0-4FD8-A0BE-7E66120AF5AE}" type="presOf" srcId="{9072F0C0-22D1-432E-85A1-9F31DFA67FB0}" destId="{B54FE8DA-B661-4F0A-BD8B-0DF25CBCA9D4}" srcOrd="0" destOrd="0" presId="urn:microsoft.com/office/officeart/2016/7/layout/RepeatingBendingProcessNew"/>
    <dgm:cxn modelId="{96CA6A2C-09E9-4224-A387-AA3C6C3AC451}" type="presOf" srcId="{AADEC2F4-2528-40A1-8874-AE5A9236B9F0}" destId="{096B3477-655E-4D43-8646-2C39B6C82338}" srcOrd="1" destOrd="0" presId="urn:microsoft.com/office/officeart/2016/7/layout/RepeatingBendingProcessNew"/>
    <dgm:cxn modelId="{8912C05D-596C-4607-AA12-607F4AD2EF17}" type="presOf" srcId="{CFE8B350-B7C0-402B-B2E6-AA57C864185D}" destId="{C08AB93B-E340-4114-A26B-605A66CBBB40}" srcOrd="0" destOrd="0" presId="urn:microsoft.com/office/officeart/2016/7/layout/RepeatingBendingProcessNew"/>
    <dgm:cxn modelId="{32371564-D0B6-473C-968F-8906EE692BD2}" type="presOf" srcId="{88B5ECB3-E066-4CD7-9CD2-4B65D1CCCD20}" destId="{84A522FA-2D86-433F-B895-839D5F439E81}" srcOrd="0" destOrd="0" presId="urn:microsoft.com/office/officeart/2016/7/layout/RepeatingBendingProcessNew"/>
    <dgm:cxn modelId="{7BDD8164-9935-4C2B-9923-BC1EF38940CA}" srcId="{5E601D75-CD9F-4F6C-BFB5-E7839D4D7D7D}" destId="{3807AADE-23C0-44A5-BEC1-4E5713EB998E}" srcOrd="1" destOrd="0" parTransId="{B56ECDB9-6131-4938-9CD7-ECDE0A087926}" sibTransId="{3BC7A715-BF9B-4E20-807E-7C14DE39E0E0}"/>
    <dgm:cxn modelId="{11DBEE4F-F92E-46DF-92CE-AC5BF2F271C2}" type="presOf" srcId="{3BC7A715-BF9B-4E20-807E-7C14DE39E0E0}" destId="{C519308E-C024-48A0-9EC8-3B18B3FB805F}" srcOrd="0" destOrd="0" presId="urn:microsoft.com/office/officeart/2016/7/layout/RepeatingBendingProcessNew"/>
    <dgm:cxn modelId="{A55AA173-003E-4A8E-84B2-EBA1C44295FE}" type="presOf" srcId="{1E3A7351-4D82-4027-96D4-1DAB08842741}" destId="{8A9C1828-15BF-4680-837D-282871573C06}" srcOrd="1" destOrd="0" presId="urn:microsoft.com/office/officeart/2016/7/layout/RepeatingBendingProcessNew"/>
    <dgm:cxn modelId="{76EBF0BC-A2FB-4199-9779-8CA5F7EC4618}" srcId="{5E601D75-CD9F-4F6C-BFB5-E7839D4D7D7D}" destId="{2B3505BF-E75F-41D3-9726-7E50060C1FAE}" srcOrd="0" destOrd="0" parTransId="{4F3C0981-C6BC-47CF-84A3-7B03A79E0E81}" sibTransId="{AADEC2F4-2528-40A1-8874-AE5A9236B9F0}"/>
    <dgm:cxn modelId="{DA7A79C2-BC65-4F39-B20C-2608CCDF89C6}" type="presOf" srcId="{9072F0C0-22D1-432E-85A1-9F31DFA67FB0}" destId="{BED309C6-20D0-4F49-97D3-B43FB7E6365B}" srcOrd="1" destOrd="0" presId="urn:microsoft.com/office/officeart/2016/7/layout/RepeatingBendingProcessNew"/>
    <dgm:cxn modelId="{54A388CE-AF49-42E0-B37C-19BFF4684646}" type="presOf" srcId="{2B3505BF-E75F-41D3-9726-7E50060C1FAE}" destId="{05C76CC1-E7E5-4768-9EEA-5E367316A901}" srcOrd="0" destOrd="0" presId="urn:microsoft.com/office/officeart/2016/7/layout/RepeatingBendingProcessNew"/>
    <dgm:cxn modelId="{4EB81AD0-8E50-425B-AEC3-71E3F32EBBB0}" srcId="{5E601D75-CD9F-4F6C-BFB5-E7839D4D7D7D}" destId="{88B5ECB3-E066-4CD7-9CD2-4B65D1CCCD20}" srcOrd="2" destOrd="0" parTransId="{E2F29897-C4B6-4A51-8DA8-52087F5F23FE}" sibTransId="{9072F0C0-22D1-432E-85A1-9F31DFA67FB0}"/>
    <dgm:cxn modelId="{690203D4-0AEA-4CFD-8532-CA18DEECC5C3}" type="presOf" srcId="{6E40F6A3-3AD1-42B4-B0D6-290067A7B7A3}" destId="{2B7C2D73-A78D-4F3C-8BD5-E3833DB9D9A7}" srcOrd="0" destOrd="0" presId="urn:microsoft.com/office/officeart/2016/7/layout/RepeatingBendingProcessNew"/>
    <dgm:cxn modelId="{C2D601D6-752B-4D9F-B434-C8E4085060C9}" srcId="{5E601D75-CD9F-4F6C-BFB5-E7839D4D7D7D}" destId="{6E40F6A3-3AD1-42B4-B0D6-290067A7B7A3}" srcOrd="3" destOrd="0" parTransId="{ACB085B0-15A3-4E80-BADC-4069EC00B2DB}" sibTransId="{1E3A7351-4D82-4027-96D4-1DAB08842741}"/>
    <dgm:cxn modelId="{1AFA46D8-A698-4436-9E1B-241CFD901DC0}" type="presOf" srcId="{AADEC2F4-2528-40A1-8874-AE5A9236B9F0}" destId="{62970682-7A9C-4167-B892-6F30C7BA449C}" srcOrd="0" destOrd="0" presId="urn:microsoft.com/office/officeart/2016/7/layout/RepeatingBendingProcessNew"/>
    <dgm:cxn modelId="{C9804AE6-C584-458E-A533-F4D609EE8B4A}" type="presOf" srcId="{3BC7A715-BF9B-4E20-807E-7C14DE39E0E0}" destId="{4C14D4C8-FB9B-4AA7-9C57-D5277129F295}" srcOrd="1" destOrd="0" presId="urn:microsoft.com/office/officeart/2016/7/layout/RepeatingBendingProcessNew"/>
    <dgm:cxn modelId="{41A677EC-9D4F-4C87-8904-667D29DF2FF9}" srcId="{5E601D75-CD9F-4F6C-BFB5-E7839D4D7D7D}" destId="{CFE8B350-B7C0-402B-B2E6-AA57C864185D}" srcOrd="4" destOrd="0" parTransId="{757CCAB4-4984-472B-BEEB-DA7E8F580F37}" sibTransId="{F07B556D-2F22-4003-A7B8-9861DBD8EFCB}"/>
    <dgm:cxn modelId="{F02637EE-7E44-437B-8931-2815039DACDA}" type="presOf" srcId="{5E601D75-CD9F-4F6C-BFB5-E7839D4D7D7D}" destId="{240F5A00-0FEC-4F5D-A483-1374768AE3E5}" srcOrd="0" destOrd="0" presId="urn:microsoft.com/office/officeart/2016/7/layout/RepeatingBendingProcessNew"/>
    <dgm:cxn modelId="{77846BF4-0D3C-4927-9890-9F81EE744659}" type="presOf" srcId="{1E3A7351-4D82-4027-96D4-1DAB08842741}" destId="{7C5D458F-8670-4816-B909-9AFA5DBD4A55}" srcOrd="0" destOrd="0" presId="urn:microsoft.com/office/officeart/2016/7/layout/RepeatingBendingProcessNew"/>
    <dgm:cxn modelId="{DD6063CA-702B-44D7-BA72-C6E01A6843AE}" type="presParOf" srcId="{240F5A00-0FEC-4F5D-A483-1374768AE3E5}" destId="{05C76CC1-E7E5-4768-9EEA-5E367316A901}" srcOrd="0" destOrd="0" presId="urn:microsoft.com/office/officeart/2016/7/layout/RepeatingBendingProcessNew"/>
    <dgm:cxn modelId="{087FC158-DFED-4FBD-85BC-72104DFAC6F3}" type="presParOf" srcId="{240F5A00-0FEC-4F5D-A483-1374768AE3E5}" destId="{62970682-7A9C-4167-B892-6F30C7BA449C}" srcOrd="1" destOrd="0" presId="urn:microsoft.com/office/officeart/2016/7/layout/RepeatingBendingProcessNew"/>
    <dgm:cxn modelId="{7A96F11D-9A3F-46A3-8B80-2AAFEC947899}" type="presParOf" srcId="{62970682-7A9C-4167-B892-6F30C7BA449C}" destId="{096B3477-655E-4D43-8646-2C39B6C82338}" srcOrd="0" destOrd="0" presId="urn:microsoft.com/office/officeart/2016/7/layout/RepeatingBendingProcessNew"/>
    <dgm:cxn modelId="{48C083F0-DF5B-46D2-A10F-FA5E0EAD95FC}" type="presParOf" srcId="{240F5A00-0FEC-4F5D-A483-1374768AE3E5}" destId="{8E168630-A9C4-4A39-86F4-9844807E348D}" srcOrd="2" destOrd="0" presId="urn:microsoft.com/office/officeart/2016/7/layout/RepeatingBendingProcessNew"/>
    <dgm:cxn modelId="{245082B1-C5D6-4019-BDAD-D2BBF79E9009}" type="presParOf" srcId="{240F5A00-0FEC-4F5D-A483-1374768AE3E5}" destId="{C519308E-C024-48A0-9EC8-3B18B3FB805F}" srcOrd="3" destOrd="0" presId="urn:microsoft.com/office/officeart/2016/7/layout/RepeatingBendingProcessNew"/>
    <dgm:cxn modelId="{FEEB7033-3CF8-46CA-971D-BD993980DC66}" type="presParOf" srcId="{C519308E-C024-48A0-9EC8-3B18B3FB805F}" destId="{4C14D4C8-FB9B-4AA7-9C57-D5277129F295}" srcOrd="0" destOrd="0" presId="urn:microsoft.com/office/officeart/2016/7/layout/RepeatingBendingProcessNew"/>
    <dgm:cxn modelId="{BE162D60-7901-44E1-9689-D468F590A989}" type="presParOf" srcId="{240F5A00-0FEC-4F5D-A483-1374768AE3E5}" destId="{84A522FA-2D86-433F-B895-839D5F439E81}" srcOrd="4" destOrd="0" presId="urn:microsoft.com/office/officeart/2016/7/layout/RepeatingBendingProcessNew"/>
    <dgm:cxn modelId="{524783C5-7C5E-4619-84EE-8F4127B0C094}" type="presParOf" srcId="{240F5A00-0FEC-4F5D-A483-1374768AE3E5}" destId="{B54FE8DA-B661-4F0A-BD8B-0DF25CBCA9D4}" srcOrd="5" destOrd="0" presId="urn:microsoft.com/office/officeart/2016/7/layout/RepeatingBendingProcessNew"/>
    <dgm:cxn modelId="{CE174C16-DA3D-4C38-B99B-AE75F47B6157}" type="presParOf" srcId="{B54FE8DA-B661-4F0A-BD8B-0DF25CBCA9D4}" destId="{BED309C6-20D0-4F49-97D3-B43FB7E6365B}" srcOrd="0" destOrd="0" presId="urn:microsoft.com/office/officeart/2016/7/layout/RepeatingBendingProcessNew"/>
    <dgm:cxn modelId="{BEBA72DA-D700-48E6-8DAD-285B748A434A}" type="presParOf" srcId="{240F5A00-0FEC-4F5D-A483-1374768AE3E5}" destId="{2B7C2D73-A78D-4F3C-8BD5-E3833DB9D9A7}" srcOrd="6" destOrd="0" presId="urn:microsoft.com/office/officeart/2016/7/layout/RepeatingBendingProcessNew"/>
    <dgm:cxn modelId="{586AD217-5BCA-4CFC-B928-EA896E2BCCF2}" type="presParOf" srcId="{240F5A00-0FEC-4F5D-A483-1374768AE3E5}" destId="{7C5D458F-8670-4816-B909-9AFA5DBD4A55}" srcOrd="7" destOrd="0" presId="urn:microsoft.com/office/officeart/2016/7/layout/RepeatingBendingProcessNew"/>
    <dgm:cxn modelId="{67566641-B040-4B80-B9CD-B5384563D26D}" type="presParOf" srcId="{7C5D458F-8670-4816-B909-9AFA5DBD4A55}" destId="{8A9C1828-15BF-4680-837D-282871573C06}" srcOrd="0" destOrd="0" presId="urn:microsoft.com/office/officeart/2016/7/layout/RepeatingBendingProcessNew"/>
    <dgm:cxn modelId="{BF69CF2F-01E1-4C34-8441-564A1F22C1A8}" type="presParOf" srcId="{240F5A00-0FEC-4F5D-A483-1374768AE3E5}" destId="{C08AB93B-E340-4114-A26B-605A66CBBB40}" srcOrd="8" destOrd="0" presId="urn:microsoft.com/office/officeart/2016/7/layout/RepeatingBendingProcessNew"/>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4D70576-A981-4DF0-A113-DCD232A397E6}" type="doc">
      <dgm:prSet loTypeId="urn:microsoft.com/office/officeart/2005/8/layout/vList5" loCatId="list" qsTypeId="urn:microsoft.com/office/officeart/2005/8/quickstyle/simple2" qsCatId="simple" csTypeId="urn:microsoft.com/office/officeart/2005/8/colors/colorful1" csCatId="colorful"/>
      <dgm:spPr/>
      <dgm:t>
        <a:bodyPr/>
        <a:lstStyle/>
        <a:p>
          <a:endParaRPr lang="en-US"/>
        </a:p>
      </dgm:t>
    </dgm:pt>
    <dgm:pt modelId="{B36AF403-1D7D-46B3-B4C7-1C2996054CEA}">
      <dgm:prSet/>
      <dgm:spPr/>
      <dgm:t>
        <a:bodyPr/>
        <a:lstStyle/>
        <a:p>
          <a:r>
            <a:rPr lang="en-SE" dirty="0"/>
            <a:t>3. Embedded Methods (Letting the Model Decide Important Features)</a:t>
          </a:r>
          <a:endParaRPr lang="en-US" dirty="0"/>
        </a:p>
      </dgm:t>
    </dgm:pt>
    <dgm:pt modelId="{1984F387-3990-447B-A05F-20307F2101E9}" type="parTrans" cxnId="{9945DA63-75CA-47D7-BDD0-DD65B96CEDCB}">
      <dgm:prSet/>
      <dgm:spPr/>
      <dgm:t>
        <a:bodyPr/>
        <a:lstStyle/>
        <a:p>
          <a:endParaRPr lang="en-US"/>
        </a:p>
      </dgm:t>
    </dgm:pt>
    <dgm:pt modelId="{25D39D6B-12B1-478F-8207-C06744B6BD65}" type="sibTrans" cxnId="{9945DA63-75CA-47D7-BDD0-DD65B96CEDCB}">
      <dgm:prSet/>
      <dgm:spPr/>
      <dgm:t>
        <a:bodyPr/>
        <a:lstStyle/>
        <a:p>
          <a:endParaRPr lang="en-US"/>
        </a:p>
      </dgm:t>
    </dgm:pt>
    <dgm:pt modelId="{CE0E11D1-6F90-4CB9-863E-C5B9FCBFA3AC}">
      <dgm:prSet/>
      <dgm:spPr/>
      <dgm:t>
        <a:bodyPr/>
        <a:lstStyle/>
        <a:p>
          <a:r>
            <a:rPr lang="en-SE"/>
            <a:t>These methods let the model figure out which features matter most while training.</a:t>
          </a:r>
          <a:endParaRPr lang="en-US"/>
        </a:p>
      </dgm:t>
    </dgm:pt>
    <dgm:pt modelId="{E3C6842F-4ED1-44F7-90D4-CCEC43A56FB7}" type="parTrans" cxnId="{D1B1D06F-B857-4E64-95E1-B43F058CDD32}">
      <dgm:prSet/>
      <dgm:spPr/>
      <dgm:t>
        <a:bodyPr/>
        <a:lstStyle/>
        <a:p>
          <a:endParaRPr lang="en-US"/>
        </a:p>
      </dgm:t>
    </dgm:pt>
    <dgm:pt modelId="{6917D7A5-BD65-4ABB-91D9-957F7E43F728}" type="sibTrans" cxnId="{D1B1D06F-B857-4E64-95E1-B43F058CDD32}">
      <dgm:prSet/>
      <dgm:spPr/>
      <dgm:t>
        <a:bodyPr/>
        <a:lstStyle/>
        <a:p>
          <a:endParaRPr lang="en-US"/>
        </a:p>
      </dgm:t>
    </dgm:pt>
    <dgm:pt modelId="{D1D39F8D-A7C8-466F-AC86-E10FDD4C589A}">
      <dgm:prSet/>
      <dgm:spPr/>
      <dgm:t>
        <a:bodyPr/>
        <a:lstStyle/>
        <a:p>
          <a:r>
            <a:rPr lang="en-SE"/>
            <a:t>Example: A teacher gives students a test and later checks which questions helped most in grading their performance.</a:t>
          </a:r>
          <a:endParaRPr lang="en-US"/>
        </a:p>
      </dgm:t>
    </dgm:pt>
    <dgm:pt modelId="{58BA670B-C4EF-4A86-85E6-8722DD9A9640}" type="parTrans" cxnId="{95455F2F-CD11-48FA-A207-0AE99B3F0238}">
      <dgm:prSet/>
      <dgm:spPr/>
      <dgm:t>
        <a:bodyPr/>
        <a:lstStyle/>
        <a:p>
          <a:endParaRPr lang="en-US"/>
        </a:p>
      </dgm:t>
    </dgm:pt>
    <dgm:pt modelId="{60BCFBE9-7DE1-4CE3-867D-E652E6D56B03}" type="sibTrans" cxnId="{95455F2F-CD11-48FA-A207-0AE99B3F0238}">
      <dgm:prSet/>
      <dgm:spPr/>
      <dgm:t>
        <a:bodyPr/>
        <a:lstStyle/>
        <a:p>
          <a:endParaRPr lang="en-US"/>
        </a:p>
      </dgm:t>
    </dgm:pt>
    <dgm:pt modelId="{7833F4E6-591F-4BC3-8474-DF077D809E37}">
      <dgm:prSet/>
      <dgm:spPr/>
      <dgm:t>
        <a:bodyPr/>
        <a:lstStyle/>
        <a:p>
          <a:r>
            <a:rPr lang="en-SE"/>
            <a:t>Techniques Used:</a:t>
          </a:r>
          <a:endParaRPr lang="en-US"/>
        </a:p>
      </dgm:t>
    </dgm:pt>
    <dgm:pt modelId="{12A7C4DB-8CA2-4628-9D99-E44C2E502482}" type="parTrans" cxnId="{E9E856D9-4CF8-479F-A576-DC6861C6A11A}">
      <dgm:prSet/>
      <dgm:spPr/>
      <dgm:t>
        <a:bodyPr/>
        <a:lstStyle/>
        <a:p>
          <a:endParaRPr lang="en-US"/>
        </a:p>
      </dgm:t>
    </dgm:pt>
    <dgm:pt modelId="{EF58485D-C54F-4843-B843-07845ED515CD}" type="sibTrans" cxnId="{E9E856D9-4CF8-479F-A576-DC6861C6A11A}">
      <dgm:prSet/>
      <dgm:spPr/>
      <dgm:t>
        <a:bodyPr/>
        <a:lstStyle/>
        <a:p>
          <a:endParaRPr lang="en-US"/>
        </a:p>
      </dgm:t>
    </dgm:pt>
    <dgm:pt modelId="{52A1B258-33DE-4DE4-B126-EFA8D2F33501}">
      <dgm:prSet/>
      <dgm:spPr/>
      <dgm:t>
        <a:bodyPr/>
        <a:lstStyle/>
        <a:p>
          <a:r>
            <a:rPr lang="en-SE"/>
            <a:t>LASSO (L1 Penalty): A method that makes the model automatically ignore unimportant features.</a:t>
          </a:r>
          <a:endParaRPr lang="en-US" dirty="0"/>
        </a:p>
      </dgm:t>
    </dgm:pt>
    <dgm:pt modelId="{D51BD8BD-7DD8-4048-AEAF-2AABC2AE3C0B}" type="parTrans" cxnId="{1D3D6A5B-0360-4BE8-825B-64C3E7400BCB}">
      <dgm:prSet/>
      <dgm:spPr/>
      <dgm:t>
        <a:bodyPr/>
        <a:lstStyle/>
        <a:p>
          <a:endParaRPr lang="en-US"/>
        </a:p>
      </dgm:t>
    </dgm:pt>
    <dgm:pt modelId="{EFD6DE00-E44A-4508-9B99-AE9F131756B4}" type="sibTrans" cxnId="{1D3D6A5B-0360-4BE8-825B-64C3E7400BCB}">
      <dgm:prSet/>
      <dgm:spPr/>
      <dgm:t>
        <a:bodyPr/>
        <a:lstStyle/>
        <a:p>
          <a:endParaRPr lang="en-US"/>
        </a:p>
      </dgm:t>
    </dgm:pt>
    <dgm:pt modelId="{5EF836B7-99A4-4827-ACC6-D46850218C22}">
      <dgm:prSet/>
      <dgm:spPr/>
      <dgm:t>
        <a:bodyPr/>
        <a:lstStyle/>
        <a:p>
          <a:r>
            <a:rPr lang="en-SE"/>
            <a:t>Tree-Based Models (Random Forests): These models can tell us which features are most important by checking how often they are used in decision-making.</a:t>
          </a:r>
          <a:endParaRPr lang="en-US"/>
        </a:p>
      </dgm:t>
    </dgm:pt>
    <dgm:pt modelId="{AF140175-F3C0-440E-AFFA-9247623CD4C0}" type="parTrans" cxnId="{944C3353-A1E9-4AE1-A604-D39551F2F8E6}">
      <dgm:prSet/>
      <dgm:spPr/>
      <dgm:t>
        <a:bodyPr/>
        <a:lstStyle/>
        <a:p>
          <a:endParaRPr lang="en-US"/>
        </a:p>
      </dgm:t>
    </dgm:pt>
    <dgm:pt modelId="{3CED1D4C-760A-46B9-ADF1-EE5E3F1746C1}" type="sibTrans" cxnId="{944C3353-A1E9-4AE1-A604-D39551F2F8E6}">
      <dgm:prSet/>
      <dgm:spPr/>
      <dgm:t>
        <a:bodyPr/>
        <a:lstStyle/>
        <a:p>
          <a:endParaRPr lang="en-US"/>
        </a:p>
      </dgm:t>
    </dgm:pt>
    <dgm:pt modelId="{82DD19F6-BD34-4EE4-ADBE-504E5D42AD37}" type="pres">
      <dgm:prSet presAssocID="{64D70576-A981-4DF0-A113-DCD232A397E6}" presName="Name0" presStyleCnt="0">
        <dgm:presLayoutVars>
          <dgm:dir/>
          <dgm:animLvl val="lvl"/>
          <dgm:resizeHandles val="exact"/>
        </dgm:presLayoutVars>
      </dgm:prSet>
      <dgm:spPr/>
    </dgm:pt>
    <dgm:pt modelId="{E1A6B4F3-DF3A-4D4F-A1A4-EB52903C7CEF}" type="pres">
      <dgm:prSet presAssocID="{B36AF403-1D7D-46B3-B4C7-1C2996054CEA}" presName="linNode" presStyleCnt="0"/>
      <dgm:spPr/>
    </dgm:pt>
    <dgm:pt modelId="{96BB7E9D-8ECE-4666-8AE0-8DDFC809E64B}" type="pres">
      <dgm:prSet presAssocID="{B36AF403-1D7D-46B3-B4C7-1C2996054CEA}" presName="parentText" presStyleLbl="node1" presStyleIdx="0" presStyleCnt="6">
        <dgm:presLayoutVars>
          <dgm:chMax val="1"/>
          <dgm:bulletEnabled val="1"/>
        </dgm:presLayoutVars>
      </dgm:prSet>
      <dgm:spPr/>
    </dgm:pt>
    <dgm:pt modelId="{6D67130C-A50B-494A-A341-68943BD94F29}" type="pres">
      <dgm:prSet presAssocID="{25D39D6B-12B1-478F-8207-C06744B6BD65}" presName="sp" presStyleCnt="0"/>
      <dgm:spPr/>
    </dgm:pt>
    <dgm:pt modelId="{A56EA7C1-4599-4730-B284-66E6FF66BB1F}" type="pres">
      <dgm:prSet presAssocID="{CE0E11D1-6F90-4CB9-863E-C5B9FCBFA3AC}" presName="linNode" presStyleCnt="0"/>
      <dgm:spPr/>
    </dgm:pt>
    <dgm:pt modelId="{2AAEC28D-7A5F-447A-93D4-8DB556B747D3}" type="pres">
      <dgm:prSet presAssocID="{CE0E11D1-6F90-4CB9-863E-C5B9FCBFA3AC}" presName="parentText" presStyleLbl="node1" presStyleIdx="1" presStyleCnt="6">
        <dgm:presLayoutVars>
          <dgm:chMax val="1"/>
          <dgm:bulletEnabled val="1"/>
        </dgm:presLayoutVars>
      </dgm:prSet>
      <dgm:spPr/>
    </dgm:pt>
    <dgm:pt modelId="{6A5038DE-8A1B-4D9F-B534-3AAAC28B10A2}" type="pres">
      <dgm:prSet presAssocID="{6917D7A5-BD65-4ABB-91D9-957F7E43F728}" presName="sp" presStyleCnt="0"/>
      <dgm:spPr/>
    </dgm:pt>
    <dgm:pt modelId="{8CFDB664-D9E7-4935-A500-5989F774A253}" type="pres">
      <dgm:prSet presAssocID="{D1D39F8D-A7C8-466F-AC86-E10FDD4C589A}" presName="linNode" presStyleCnt="0"/>
      <dgm:spPr/>
    </dgm:pt>
    <dgm:pt modelId="{70AB9B58-4CBF-4300-B4A2-2740E4796C46}" type="pres">
      <dgm:prSet presAssocID="{D1D39F8D-A7C8-466F-AC86-E10FDD4C589A}" presName="parentText" presStyleLbl="node1" presStyleIdx="2" presStyleCnt="6">
        <dgm:presLayoutVars>
          <dgm:chMax val="1"/>
          <dgm:bulletEnabled val="1"/>
        </dgm:presLayoutVars>
      </dgm:prSet>
      <dgm:spPr/>
    </dgm:pt>
    <dgm:pt modelId="{1043513A-A0E2-4EA7-9376-7DA8D8A61EF1}" type="pres">
      <dgm:prSet presAssocID="{60BCFBE9-7DE1-4CE3-867D-E652E6D56B03}" presName="sp" presStyleCnt="0"/>
      <dgm:spPr/>
    </dgm:pt>
    <dgm:pt modelId="{B3856185-E114-4E96-B165-6C67D8A9E1F5}" type="pres">
      <dgm:prSet presAssocID="{7833F4E6-591F-4BC3-8474-DF077D809E37}" presName="linNode" presStyleCnt="0"/>
      <dgm:spPr/>
    </dgm:pt>
    <dgm:pt modelId="{061E16DB-274A-441E-BC71-FE970E16AC6C}" type="pres">
      <dgm:prSet presAssocID="{7833F4E6-591F-4BC3-8474-DF077D809E37}" presName="parentText" presStyleLbl="node1" presStyleIdx="3" presStyleCnt="6">
        <dgm:presLayoutVars>
          <dgm:chMax val="1"/>
          <dgm:bulletEnabled val="1"/>
        </dgm:presLayoutVars>
      </dgm:prSet>
      <dgm:spPr/>
    </dgm:pt>
    <dgm:pt modelId="{47AEA744-E788-4EF5-9D84-F203F4976BB3}" type="pres">
      <dgm:prSet presAssocID="{EF58485D-C54F-4843-B843-07845ED515CD}" presName="sp" presStyleCnt="0"/>
      <dgm:spPr/>
    </dgm:pt>
    <dgm:pt modelId="{B5F65229-CC2D-4885-B000-6611A056B8CC}" type="pres">
      <dgm:prSet presAssocID="{52A1B258-33DE-4DE4-B126-EFA8D2F33501}" presName="linNode" presStyleCnt="0"/>
      <dgm:spPr/>
    </dgm:pt>
    <dgm:pt modelId="{EAA7CE69-AC1A-4514-A5D3-408C26A17DE8}" type="pres">
      <dgm:prSet presAssocID="{52A1B258-33DE-4DE4-B126-EFA8D2F33501}" presName="parentText" presStyleLbl="node1" presStyleIdx="4" presStyleCnt="6">
        <dgm:presLayoutVars>
          <dgm:chMax val="1"/>
          <dgm:bulletEnabled val="1"/>
        </dgm:presLayoutVars>
      </dgm:prSet>
      <dgm:spPr/>
    </dgm:pt>
    <dgm:pt modelId="{36CE0889-0E83-4021-B568-5D81EB662FDC}" type="pres">
      <dgm:prSet presAssocID="{EFD6DE00-E44A-4508-9B99-AE9F131756B4}" presName="sp" presStyleCnt="0"/>
      <dgm:spPr/>
    </dgm:pt>
    <dgm:pt modelId="{920343B4-2647-46B4-994C-8EE2E7C9F08C}" type="pres">
      <dgm:prSet presAssocID="{5EF836B7-99A4-4827-ACC6-D46850218C22}" presName="linNode" presStyleCnt="0"/>
      <dgm:spPr/>
    </dgm:pt>
    <dgm:pt modelId="{86192458-5BF7-4D4B-80FB-157CC8143D7B}" type="pres">
      <dgm:prSet presAssocID="{5EF836B7-99A4-4827-ACC6-D46850218C22}" presName="parentText" presStyleLbl="node1" presStyleIdx="5" presStyleCnt="6">
        <dgm:presLayoutVars>
          <dgm:chMax val="1"/>
          <dgm:bulletEnabled val="1"/>
        </dgm:presLayoutVars>
      </dgm:prSet>
      <dgm:spPr/>
    </dgm:pt>
  </dgm:ptLst>
  <dgm:cxnLst>
    <dgm:cxn modelId="{95455F2F-CD11-48FA-A207-0AE99B3F0238}" srcId="{64D70576-A981-4DF0-A113-DCD232A397E6}" destId="{D1D39F8D-A7C8-466F-AC86-E10FDD4C589A}" srcOrd="2" destOrd="0" parTransId="{58BA670B-C4EF-4A86-85E6-8722DD9A9640}" sibTransId="{60BCFBE9-7DE1-4CE3-867D-E652E6D56B03}"/>
    <dgm:cxn modelId="{1D3D6A5B-0360-4BE8-825B-64C3E7400BCB}" srcId="{64D70576-A981-4DF0-A113-DCD232A397E6}" destId="{52A1B258-33DE-4DE4-B126-EFA8D2F33501}" srcOrd="4" destOrd="0" parTransId="{D51BD8BD-7DD8-4048-AEAF-2AABC2AE3C0B}" sibTransId="{EFD6DE00-E44A-4508-9B99-AE9F131756B4}"/>
    <dgm:cxn modelId="{9945DA63-75CA-47D7-BDD0-DD65B96CEDCB}" srcId="{64D70576-A981-4DF0-A113-DCD232A397E6}" destId="{B36AF403-1D7D-46B3-B4C7-1C2996054CEA}" srcOrd="0" destOrd="0" parTransId="{1984F387-3990-447B-A05F-20307F2101E9}" sibTransId="{25D39D6B-12B1-478F-8207-C06744B6BD65}"/>
    <dgm:cxn modelId="{1F089E66-7F3F-495D-AA77-CA2BB2816FFF}" type="presOf" srcId="{64D70576-A981-4DF0-A113-DCD232A397E6}" destId="{82DD19F6-BD34-4EE4-ADBE-504E5D42AD37}" srcOrd="0" destOrd="0" presId="urn:microsoft.com/office/officeart/2005/8/layout/vList5"/>
    <dgm:cxn modelId="{5209AB66-FD69-4959-9280-89EC7B396E5A}" type="presOf" srcId="{B36AF403-1D7D-46B3-B4C7-1C2996054CEA}" destId="{96BB7E9D-8ECE-4666-8AE0-8DDFC809E64B}" srcOrd="0" destOrd="0" presId="urn:microsoft.com/office/officeart/2005/8/layout/vList5"/>
    <dgm:cxn modelId="{D1B1D06F-B857-4E64-95E1-B43F058CDD32}" srcId="{64D70576-A981-4DF0-A113-DCD232A397E6}" destId="{CE0E11D1-6F90-4CB9-863E-C5B9FCBFA3AC}" srcOrd="1" destOrd="0" parTransId="{E3C6842F-4ED1-44F7-90D4-CCEC43A56FB7}" sibTransId="{6917D7A5-BD65-4ABB-91D9-957F7E43F728}"/>
    <dgm:cxn modelId="{944C3353-A1E9-4AE1-A604-D39551F2F8E6}" srcId="{64D70576-A981-4DF0-A113-DCD232A397E6}" destId="{5EF836B7-99A4-4827-ACC6-D46850218C22}" srcOrd="5" destOrd="0" parTransId="{AF140175-F3C0-440E-AFFA-9247623CD4C0}" sibTransId="{3CED1D4C-760A-46B9-ADF1-EE5E3F1746C1}"/>
    <dgm:cxn modelId="{4EF37E84-0136-4A02-A1D2-5C23BFB3F731}" type="presOf" srcId="{7833F4E6-591F-4BC3-8474-DF077D809E37}" destId="{061E16DB-274A-441E-BC71-FE970E16AC6C}" srcOrd="0" destOrd="0" presId="urn:microsoft.com/office/officeart/2005/8/layout/vList5"/>
    <dgm:cxn modelId="{26EAA7B2-4167-4413-8F45-80A4E2EF59F3}" type="presOf" srcId="{D1D39F8D-A7C8-466F-AC86-E10FDD4C589A}" destId="{70AB9B58-4CBF-4300-B4A2-2740E4796C46}" srcOrd="0" destOrd="0" presId="urn:microsoft.com/office/officeart/2005/8/layout/vList5"/>
    <dgm:cxn modelId="{544803B3-3ED5-4B28-97D1-AE2C86825A1A}" type="presOf" srcId="{52A1B258-33DE-4DE4-B126-EFA8D2F33501}" destId="{EAA7CE69-AC1A-4514-A5D3-408C26A17DE8}" srcOrd="0" destOrd="0" presId="urn:microsoft.com/office/officeart/2005/8/layout/vList5"/>
    <dgm:cxn modelId="{E9E856D9-4CF8-479F-A576-DC6861C6A11A}" srcId="{64D70576-A981-4DF0-A113-DCD232A397E6}" destId="{7833F4E6-591F-4BC3-8474-DF077D809E37}" srcOrd="3" destOrd="0" parTransId="{12A7C4DB-8CA2-4628-9D99-E44C2E502482}" sibTransId="{EF58485D-C54F-4843-B843-07845ED515CD}"/>
    <dgm:cxn modelId="{BE399AE6-54F3-4D83-BD77-9642EAB30CC1}" type="presOf" srcId="{5EF836B7-99A4-4827-ACC6-D46850218C22}" destId="{86192458-5BF7-4D4B-80FB-157CC8143D7B}" srcOrd="0" destOrd="0" presId="urn:microsoft.com/office/officeart/2005/8/layout/vList5"/>
    <dgm:cxn modelId="{E175C0EE-E85C-490C-9277-D95C863C3586}" type="presOf" srcId="{CE0E11D1-6F90-4CB9-863E-C5B9FCBFA3AC}" destId="{2AAEC28D-7A5F-447A-93D4-8DB556B747D3}" srcOrd="0" destOrd="0" presId="urn:microsoft.com/office/officeart/2005/8/layout/vList5"/>
    <dgm:cxn modelId="{553DDC40-0AC6-4F1C-848E-F089DDAF5901}" type="presParOf" srcId="{82DD19F6-BD34-4EE4-ADBE-504E5D42AD37}" destId="{E1A6B4F3-DF3A-4D4F-A1A4-EB52903C7CEF}" srcOrd="0" destOrd="0" presId="urn:microsoft.com/office/officeart/2005/8/layout/vList5"/>
    <dgm:cxn modelId="{B417F1DC-9312-4BC9-B5F4-6FDC4BFFB27A}" type="presParOf" srcId="{E1A6B4F3-DF3A-4D4F-A1A4-EB52903C7CEF}" destId="{96BB7E9D-8ECE-4666-8AE0-8DDFC809E64B}" srcOrd="0" destOrd="0" presId="urn:microsoft.com/office/officeart/2005/8/layout/vList5"/>
    <dgm:cxn modelId="{0C5C7228-BA89-43F8-A5B7-76B9D2314649}" type="presParOf" srcId="{82DD19F6-BD34-4EE4-ADBE-504E5D42AD37}" destId="{6D67130C-A50B-494A-A341-68943BD94F29}" srcOrd="1" destOrd="0" presId="urn:microsoft.com/office/officeart/2005/8/layout/vList5"/>
    <dgm:cxn modelId="{AE68122A-E4F3-4748-BE3F-A58766F5FA2C}" type="presParOf" srcId="{82DD19F6-BD34-4EE4-ADBE-504E5D42AD37}" destId="{A56EA7C1-4599-4730-B284-66E6FF66BB1F}" srcOrd="2" destOrd="0" presId="urn:microsoft.com/office/officeart/2005/8/layout/vList5"/>
    <dgm:cxn modelId="{2D2A6C95-34CB-4511-8C92-42C1FF77A260}" type="presParOf" srcId="{A56EA7C1-4599-4730-B284-66E6FF66BB1F}" destId="{2AAEC28D-7A5F-447A-93D4-8DB556B747D3}" srcOrd="0" destOrd="0" presId="urn:microsoft.com/office/officeart/2005/8/layout/vList5"/>
    <dgm:cxn modelId="{8D7B0ED9-1D7F-4172-99EC-FC17694FB574}" type="presParOf" srcId="{82DD19F6-BD34-4EE4-ADBE-504E5D42AD37}" destId="{6A5038DE-8A1B-4D9F-B534-3AAAC28B10A2}" srcOrd="3" destOrd="0" presId="urn:microsoft.com/office/officeart/2005/8/layout/vList5"/>
    <dgm:cxn modelId="{4E18E80B-18A6-48D5-AFA7-EE175642A302}" type="presParOf" srcId="{82DD19F6-BD34-4EE4-ADBE-504E5D42AD37}" destId="{8CFDB664-D9E7-4935-A500-5989F774A253}" srcOrd="4" destOrd="0" presId="urn:microsoft.com/office/officeart/2005/8/layout/vList5"/>
    <dgm:cxn modelId="{49AAB4CB-981B-43B4-9037-61A295CEA49B}" type="presParOf" srcId="{8CFDB664-D9E7-4935-A500-5989F774A253}" destId="{70AB9B58-4CBF-4300-B4A2-2740E4796C46}" srcOrd="0" destOrd="0" presId="urn:microsoft.com/office/officeart/2005/8/layout/vList5"/>
    <dgm:cxn modelId="{96DEDC08-C4B7-49F6-A9A5-BD7BAE1E2264}" type="presParOf" srcId="{82DD19F6-BD34-4EE4-ADBE-504E5D42AD37}" destId="{1043513A-A0E2-4EA7-9376-7DA8D8A61EF1}" srcOrd="5" destOrd="0" presId="urn:microsoft.com/office/officeart/2005/8/layout/vList5"/>
    <dgm:cxn modelId="{9F6EBADF-8B90-42F6-BEBB-5D9602FBB75E}" type="presParOf" srcId="{82DD19F6-BD34-4EE4-ADBE-504E5D42AD37}" destId="{B3856185-E114-4E96-B165-6C67D8A9E1F5}" srcOrd="6" destOrd="0" presId="urn:microsoft.com/office/officeart/2005/8/layout/vList5"/>
    <dgm:cxn modelId="{7C8D1CB5-5565-4087-8BEA-EAE8C178232B}" type="presParOf" srcId="{B3856185-E114-4E96-B165-6C67D8A9E1F5}" destId="{061E16DB-274A-441E-BC71-FE970E16AC6C}" srcOrd="0" destOrd="0" presId="urn:microsoft.com/office/officeart/2005/8/layout/vList5"/>
    <dgm:cxn modelId="{21291DF0-4EBE-47F3-B49F-83CE7FDDDC3B}" type="presParOf" srcId="{82DD19F6-BD34-4EE4-ADBE-504E5D42AD37}" destId="{47AEA744-E788-4EF5-9D84-F203F4976BB3}" srcOrd="7" destOrd="0" presId="urn:microsoft.com/office/officeart/2005/8/layout/vList5"/>
    <dgm:cxn modelId="{47E21E18-856E-4916-8180-44EF9414EF70}" type="presParOf" srcId="{82DD19F6-BD34-4EE4-ADBE-504E5D42AD37}" destId="{B5F65229-CC2D-4885-B000-6611A056B8CC}" srcOrd="8" destOrd="0" presId="urn:microsoft.com/office/officeart/2005/8/layout/vList5"/>
    <dgm:cxn modelId="{66F0937C-C1F9-4555-BBAC-B725904ACCEA}" type="presParOf" srcId="{B5F65229-CC2D-4885-B000-6611A056B8CC}" destId="{EAA7CE69-AC1A-4514-A5D3-408C26A17DE8}" srcOrd="0" destOrd="0" presId="urn:microsoft.com/office/officeart/2005/8/layout/vList5"/>
    <dgm:cxn modelId="{FAF2E0B2-D449-4BF6-9A88-D21062AA2912}" type="presParOf" srcId="{82DD19F6-BD34-4EE4-ADBE-504E5D42AD37}" destId="{36CE0889-0E83-4021-B568-5D81EB662FDC}" srcOrd="9" destOrd="0" presId="urn:microsoft.com/office/officeart/2005/8/layout/vList5"/>
    <dgm:cxn modelId="{8298CDBE-D8F4-4EC6-820F-14F3F39F6912}" type="presParOf" srcId="{82DD19F6-BD34-4EE4-ADBE-504E5D42AD37}" destId="{920343B4-2647-46B4-994C-8EE2E7C9F08C}" srcOrd="10" destOrd="0" presId="urn:microsoft.com/office/officeart/2005/8/layout/vList5"/>
    <dgm:cxn modelId="{762135DA-16BC-474D-B926-747BB2074482}" type="presParOf" srcId="{920343B4-2647-46B4-994C-8EE2E7C9F08C}" destId="{86192458-5BF7-4D4B-80FB-157CC8143D7B}" srcOrd="0"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CC568E-92E1-472E-B5FF-13B9E450810F}">
      <dsp:nvSpPr>
        <dsp:cNvPr id="0" name=""/>
        <dsp:cNvSpPr/>
      </dsp:nvSpPr>
      <dsp:spPr>
        <a:xfrm>
          <a:off x="-48531" y="8987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4D814A-7D17-4610-AAF4-DDA806E52CBD}">
      <dsp:nvSpPr>
        <dsp:cNvPr id="0" name=""/>
        <dsp:cNvSpPr/>
      </dsp:nvSpPr>
      <dsp:spPr>
        <a:xfrm>
          <a:off x="471714" y="584107"/>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SE" sz="2600" b="1" kern="1200" dirty="0"/>
            <a:t>What is a Signal?</a:t>
          </a:r>
          <a:endParaRPr lang="en-US" sz="2600" kern="1200" dirty="0"/>
        </a:p>
      </dsp:txBody>
      <dsp:txXfrm>
        <a:off x="558796" y="671189"/>
        <a:ext cx="4508047" cy="2799040"/>
      </dsp:txXfrm>
    </dsp:sp>
    <dsp:sp modelId="{A801B5F2-A87C-4509-BD30-1DE3ADC3B874}">
      <dsp:nvSpPr>
        <dsp:cNvPr id="0" name=""/>
        <dsp:cNvSpPr/>
      </dsp:nvSpPr>
      <dsp:spPr>
        <a:xfrm>
          <a:off x="5724037" y="1109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660E2D-6826-4443-A7D8-F3EC6C8F5FE8}">
      <dsp:nvSpPr>
        <dsp:cNvPr id="0" name=""/>
        <dsp:cNvSpPr/>
      </dsp:nvSpPr>
      <dsp:spPr>
        <a:xfrm>
          <a:off x="6244283" y="6052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SE" sz="2600" kern="1200" dirty="0"/>
            <a:t>A signal is a function that conveys information about a phenomenon. Signals can represent physical quantities such as sound, light, temperature, or electrical voltage.</a:t>
          </a:r>
          <a:endParaRPr lang="en-US" sz="2600" kern="1200" dirty="0"/>
        </a:p>
      </dsp:txBody>
      <dsp:txXfrm>
        <a:off x="6331365" y="692298"/>
        <a:ext cx="4508047" cy="27990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1BC585-DAC9-4E54-B685-EAF1274BB83C}">
      <dsp:nvSpPr>
        <dsp:cNvPr id="0" name=""/>
        <dsp:cNvSpPr/>
      </dsp:nvSpPr>
      <dsp:spPr>
        <a:xfrm>
          <a:off x="0" y="0"/>
          <a:ext cx="6301601" cy="1879605"/>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The</a:t>
          </a:r>
          <a:r>
            <a:rPr lang="en-SE" sz="3400" kern="1200" dirty="0"/>
            <a:t> features are divided into:</a:t>
          </a:r>
          <a:endParaRPr lang="en-US" sz="3400" kern="1200" dirty="0"/>
        </a:p>
      </dsp:txBody>
      <dsp:txXfrm>
        <a:off x="91755" y="91755"/>
        <a:ext cx="6118091" cy="1696095"/>
      </dsp:txXfrm>
    </dsp:sp>
    <dsp:sp modelId="{CAA14B89-72DE-46BA-83CE-BD93DB74B476}">
      <dsp:nvSpPr>
        <dsp:cNvPr id="0" name=""/>
        <dsp:cNvSpPr/>
      </dsp:nvSpPr>
      <dsp:spPr>
        <a:xfrm>
          <a:off x="0" y="1999602"/>
          <a:ext cx="6301601" cy="1879605"/>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SE" sz="3400" b="1" kern="1200" dirty="0"/>
            <a:t>Statistical Features (They describe how the </a:t>
          </a:r>
          <a:r>
            <a:rPr lang="en-US" sz="3400" b="1" kern="1200" dirty="0"/>
            <a:t>signals</a:t>
          </a:r>
          <a:r>
            <a:rPr lang="en-SE" sz="3400" b="1" kern="1200" dirty="0"/>
            <a:t> behave)</a:t>
          </a:r>
          <a:endParaRPr lang="en-US" sz="3400" kern="1200" dirty="0"/>
        </a:p>
      </dsp:txBody>
      <dsp:txXfrm>
        <a:off x="91755" y="2091357"/>
        <a:ext cx="6118091" cy="1696095"/>
      </dsp:txXfrm>
    </dsp:sp>
    <dsp:sp modelId="{16EA84E7-2258-4A06-B33F-4FEF9D11CF66}">
      <dsp:nvSpPr>
        <dsp:cNvPr id="0" name=""/>
        <dsp:cNvSpPr/>
      </dsp:nvSpPr>
      <dsp:spPr>
        <a:xfrm>
          <a:off x="0" y="3977127"/>
          <a:ext cx="6301601" cy="1879605"/>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SE" sz="3400" b="1" kern="1200" dirty="0"/>
            <a:t>Frequency Features (They describe the signal in terms of waves)</a:t>
          </a:r>
          <a:endParaRPr lang="en-US" sz="3400" kern="1200" dirty="0"/>
        </a:p>
      </dsp:txBody>
      <dsp:txXfrm>
        <a:off x="91755" y="4068882"/>
        <a:ext cx="6118091" cy="169609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321305-59C7-41F2-93A1-5AAB42ED1E11}">
      <dsp:nvSpPr>
        <dsp:cNvPr id="0" name=""/>
        <dsp:cNvSpPr/>
      </dsp:nvSpPr>
      <dsp:spPr>
        <a:xfrm>
          <a:off x="0" y="97159"/>
          <a:ext cx="6666833" cy="58967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SE" sz="2400" b="1" kern="1200"/>
            <a:t>Statistical Features</a:t>
          </a:r>
          <a:r>
            <a:rPr lang="en-US" sz="2400" b="1" kern="1200"/>
            <a:t>: </a:t>
          </a:r>
          <a:endParaRPr lang="en-US" sz="2400" kern="1200"/>
        </a:p>
      </dsp:txBody>
      <dsp:txXfrm>
        <a:off x="28786" y="125945"/>
        <a:ext cx="6609261" cy="532107"/>
      </dsp:txXfrm>
    </dsp:sp>
    <dsp:sp modelId="{CA777BA5-DFFF-49F7-B401-4BF7DE1C2648}">
      <dsp:nvSpPr>
        <dsp:cNvPr id="0" name=""/>
        <dsp:cNvSpPr/>
      </dsp:nvSpPr>
      <dsp:spPr>
        <a:xfrm>
          <a:off x="0" y="686839"/>
          <a:ext cx="6666833" cy="4669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SE" sz="1900" b="1" kern="1200" dirty="0"/>
            <a:t>Mean</a:t>
          </a:r>
          <a:r>
            <a:rPr lang="en-SE" sz="1900" kern="1200" dirty="0"/>
            <a:t> – The average value (sum of all numbers divided by how many numbers there are).</a:t>
          </a:r>
          <a:endParaRPr lang="en-US" sz="1900" kern="1200" dirty="0"/>
        </a:p>
        <a:p>
          <a:pPr marL="171450" lvl="1" indent="-171450" algn="l" defTabSz="844550">
            <a:lnSpc>
              <a:spcPct val="90000"/>
            </a:lnSpc>
            <a:spcBef>
              <a:spcPct val="0"/>
            </a:spcBef>
            <a:spcAft>
              <a:spcPct val="20000"/>
            </a:spcAft>
            <a:buChar char="•"/>
          </a:pPr>
          <a:r>
            <a:rPr lang="en-SE" sz="1900" b="1" kern="1200" dirty="0"/>
            <a:t>Standard Deviation (std)</a:t>
          </a:r>
          <a:r>
            <a:rPr lang="en-SE" sz="1900" kern="1200" dirty="0"/>
            <a:t> – Tells us how much the numbers spread out from the average.</a:t>
          </a:r>
          <a:br>
            <a:rPr lang="en-SE" sz="1900" kern="1200" dirty="0"/>
          </a:br>
          <a:r>
            <a:rPr lang="en-SE" sz="1900" i="1" kern="1200" dirty="0"/>
            <a:t>Example: If most numbers are close to the mean, std is small. If they are far apart, std is big.</a:t>
          </a:r>
          <a:endParaRPr lang="en-US" sz="1900" kern="1200" dirty="0"/>
        </a:p>
        <a:p>
          <a:pPr marL="171450" lvl="1" indent="-171450" algn="l" defTabSz="844550">
            <a:lnSpc>
              <a:spcPct val="90000"/>
            </a:lnSpc>
            <a:spcBef>
              <a:spcPct val="0"/>
            </a:spcBef>
            <a:spcAft>
              <a:spcPct val="20000"/>
            </a:spcAft>
            <a:buChar char="•"/>
          </a:pPr>
          <a:r>
            <a:rPr lang="en-SE" sz="1900" b="1" kern="1200" dirty="0"/>
            <a:t>Max &amp; Min</a:t>
          </a:r>
          <a:r>
            <a:rPr lang="en-SE" sz="1900" kern="1200" dirty="0"/>
            <a:t> – The biggest and smallest numbers in the dataset.</a:t>
          </a:r>
          <a:endParaRPr lang="en-US" sz="1900" kern="1200" dirty="0"/>
        </a:p>
        <a:p>
          <a:pPr marL="171450" lvl="1" indent="-171450" algn="l" defTabSz="844550">
            <a:lnSpc>
              <a:spcPct val="90000"/>
            </a:lnSpc>
            <a:spcBef>
              <a:spcPct val="0"/>
            </a:spcBef>
            <a:spcAft>
              <a:spcPct val="20000"/>
            </a:spcAft>
            <a:buChar char="•"/>
          </a:pPr>
          <a:r>
            <a:rPr lang="en-SE" sz="1900" b="1" kern="1200" dirty="0"/>
            <a:t>Range</a:t>
          </a:r>
          <a:r>
            <a:rPr lang="en-SE" sz="1900" kern="1200" dirty="0"/>
            <a:t> – The difference between the max and min.</a:t>
          </a:r>
          <a:endParaRPr lang="en-US" sz="1900" kern="1200" dirty="0"/>
        </a:p>
        <a:p>
          <a:pPr marL="171450" lvl="1" indent="-171450" algn="l" defTabSz="844550">
            <a:lnSpc>
              <a:spcPct val="90000"/>
            </a:lnSpc>
            <a:spcBef>
              <a:spcPct val="0"/>
            </a:spcBef>
            <a:spcAft>
              <a:spcPct val="20000"/>
            </a:spcAft>
            <a:buChar char="•"/>
          </a:pPr>
          <a:r>
            <a:rPr lang="en-SE" sz="1900" b="1" kern="1200" dirty="0"/>
            <a:t>Skewness</a:t>
          </a:r>
          <a:r>
            <a:rPr lang="en-SE" sz="1900" kern="1200" dirty="0"/>
            <a:t> – Tells us if the data leans more to one side (not balanced).</a:t>
          </a:r>
          <a:br>
            <a:rPr lang="en-SE" sz="1900" kern="1200" dirty="0"/>
          </a:br>
          <a:r>
            <a:rPr lang="en-SE" sz="1900" i="1" kern="1200" dirty="0"/>
            <a:t>Example: If most students score low but a few score very high, the data is skewed.</a:t>
          </a:r>
          <a:endParaRPr lang="en-US" sz="1900" kern="1200" dirty="0"/>
        </a:p>
        <a:p>
          <a:pPr marL="171450" lvl="1" indent="-171450" algn="l" defTabSz="844550">
            <a:lnSpc>
              <a:spcPct val="90000"/>
            </a:lnSpc>
            <a:spcBef>
              <a:spcPct val="0"/>
            </a:spcBef>
            <a:spcAft>
              <a:spcPct val="20000"/>
            </a:spcAft>
            <a:buChar char="•"/>
          </a:pPr>
          <a:r>
            <a:rPr lang="en-SE" sz="1900" b="1" kern="1200" dirty="0"/>
            <a:t>Kurtosis</a:t>
          </a:r>
          <a:r>
            <a:rPr lang="en-SE" sz="1900" kern="1200" dirty="0"/>
            <a:t> – Measures whether the data has sharp peaks or flat areas.</a:t>
          </a:r>
          <a:br>
            <a:rPr lang="en-SE" sz="1900" kern="1200" dirty="0"/>
          </a:br>
          <a:r>
            <a:rPr lang="en-SE" sz="1900" i="1" kern="1200" dirty="0"/>
            <a:t>Example: sharp peaks mean high kurtosis.</a:t>
          </a:r>
          <a:endParaRPr lang="en-US" sz="1900" kern="1200" dirty="0"/>
        </a:p>
      </dsp:txBody>
      <dsp:txXfrm>
        <a:off x="0" y="686839"/>
        <a:ext cx="6666833" cy="466992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59AEF9-583D-4F80-B983-7603746F24CE}">
      <dsp:nvSpPr>
        <dsp:cNvPr id="0" name=""/>
        <dsp:cNvSpPr/>
      </dsp:nvSpPr>
      <dsp:spPr>
        <a:xfrm>
          <a:off x="0" y="50635"/>
          <a:ext cx="10515600" cy="47939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68BD9E-CE4C-4510-B163-2E5ABE697908}">
      <dsp:nvSpPr>
        <dsp:cNvPr id="0" name=""/>
        <dsp:cNvSpPr/>
      </dsp:nvSpPr>
      <dsp:spPr>
        <a:xfrm>
          <a:off x="159517" y="145315"/>
          <a:ext cx="290315" cy="29003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3F22C1-3FB2-4887-B880-443D18843BCE}">
      <dsp:nvSpPr>
        <dsp:cNvPr id="0" name=""/>
        <dsp:cNvSpPr/>
      </dsp:nvSpPr>
      <dsp:spPr>
        <a:xfrm>
          <a:off x="609351" y="26665"/>
          <a:ext cx="9896864" cy="5438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553" tIns="57553" rIns="57553" bIns="57553" numCol="1" spcCol="1270" anchor="ctr" anchorCtr="0">
          <a:noAutofit/>
        </a:bodyPr>
        <a:lstStyle/>
        <a:p>
          <a:pPr marL="0" lvl="0" indent="0" algn="l" defTabSz="622300">
            <a:lnSpc>
              <a:spcPct val="100000"/>
            </a:lnSpc>
            <a:spcBef>
              <a:spcPct val="0"/>
            </a:spcBef>
            <a:spcAft>
              <a:spcPct val="35000"/>
            </a:spcAft>
            <a:buNone/>
          </a:pPr>
          <a:r>
            <a:rPr lang="en-SE" sz="1400" b="1" kern="1200" dirty="0"/>
            <a:t>Frequency Features </a:t>
          </a:r>
          <a:endParaRPr lang="en-US" sz="1400" kern="1200" dirty="0"/>
        </a:p>
      </dsp:txBody>
      <dsp:txXfrm>
        <a:off x="609351" y="26665"/>
        <a:ext cx="9896864" cy="543810"/>
      </dsp:txXfrm>
    </dsp:sp>
    <dsp:sp modelId="{E70725FA-18BB-4B75-B9E1-8EC20B317D8B}">
      <dsp:nvSpPr>
        <dsp:cNvPr id="0" name=""/>
        <dsp:cNvSpPr/>
      </dsp:nvSpPr>
      <dsp:spPr>
        <a:xfrm>
          <a:off x="0" y="706429"/>
          <a:ext cx="10515600" cy="52733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C9F3DE-806E-4EE9-88FC-77A7CCEE9341}">
      <dsp:nvSpPr>
        <dsp:cNvPr id="0" name=""/>
        <dsp:cNvSpPr/>
      </dsp:nvSpPr>
      <dsp:spPr>
        <a:xfrm>
          <a:off x="159517" y="825078"/>
          <a:ext cx="290315" cy="29003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30A3C0-40CE-440A-A456-01A9C1DDE973}">
      <dsp:nvSpPr>
        <dsp:cNvPr id="0" name=""/>
        <dsp:cNvSpPr/>
      </dsp:nvSpPr>
      <dsp:spPr>
        <a:xfrm>
          <a:off x="609351" y="706429"/>
          <a:ext cx="9896864" cy="5438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553" tIns="57553" rIns="57553" bIns="57553" numCol="1" spcCol="1270" anchor="ctr" anchorCtr="0">
          <a:noAutofit/>
        </a:bodyPr>
        <a:lstStyle/>
        <a:p>
          <a:pPr marL="0" lvl="0" indent="0" algn="l" defTabSz="622300">
            <a:lnSpc>
              <a:spcPct val="100000"/>
            </a:lnSpc>
            <a:spcBef>
              <a:spcPct val="0"/>
            </a:spcBef>
            <a:spcAft>
              <a:spcPct val="35000"/>
            </a:spcAft>
            <a:buNone/>
          </a:pPr>
          <a:r>
            <a:rPr lang="en-SE" sz="1400" b="1" kern="1200" dirty="0"/>
            <a:t>Dominant Frequency</a:t>
          </a:r>
          <a:r>
            <a:rPr lang="en-SE" sz="1400" kern="1200" dirty="0"/>
            <a:t> – The most common frequency in the signal.</a:t>
          </a:r>
          <a:endParaRPr lang="en-US" sz="1400" kern="1200" dirty="0"/>
        </a:p>
      </dsp:txBody>
      <dsp:txXfrm>
        <a:off x="609351" y="706429"/>
        <a:ext cx="9896864" cy="543810"/>
      </dsp:txXfrm>
    </dsp:sp>
    <dsp:sp modelId="{5826B4CA-855C-46A5-9975-F7A399117B25}">
      <dsp:nvSpPr>
        <dsp:cNvPr id="0" name=""/>
        <dsp:cNvSpPr/>
      </dsp:nvSpPr>
      <dsp:spPr>
        <a:xfrm>
          <a:off x="0" y="1386192"/>
          <a:ext cx="10515600" cy="82487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4351DE-0D2D-4154-AB30-996C2FCA2380}">
      <dsp:nvSpPr>
        <dsp:cNvPr id="0" name=""/>
        <dsp:cNvSpPr/>
      </dsp:nvSpPr>
      <dsp:spPr>
        <a:xfrm>
          <a:off x="159517" y="1653612"/>
          <a:ext cx="290315" cy="29003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7E9C05-5319-43A0-85E6-B1A3401E793F}">
      <dsp:nvSpPr>
        <dsp:cNvPr id="0" name=""/>
        <dsp:cNvSpPr/>
      </dsp:nvSpPr>
      <dsp:spPr>
        <a:xfrm>
          <a:off x="609351" y="1534963"/>
          <a:ext cx="9896864" cy="5438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553" tIns="57553" rIns="57553" bIns="57553" numCol="1" spcCol="1270" anchor="ctr" anchorCtr="0">
          <a:noAutofit/>
        </a:bodyPr>
        <a:lstStyle/>
        <a:p>
          <a:pPr marL="0" lvl="0" indent="0" algn="l" defTabSz="622300">
            <a:lnSpc>
              <a:spcPct val="100000"/>
            </a:lnSpc>
            <a:spcBef>
              <a:spcPct val="0"/>
            </a:spcBef>
            <a:spcAft>
              <a:spcPct val="35000"/>
            </a:spcAft>
            <a:buNone/>
          </a:pPr>
          <a:r>
            <a:rPr lang="en-SE" sz="1400" b="1" kern="1200" dirty="0"/>
            <a:t>Spectral Energy</a:t>
          </a:r>
          <a:r>
            <a:rPr lang="en-SE" sz="1400" kern="1200" dirty="0"/>
            <a:t> – Tells us how much "power" is in the signal.</a:t>
          </a:r>
          <a:br>
            <a:rPr lang="en-SE" sz="1400" kern="1200" dirty="0"/>
          </a:br>
          <a:r>
            <a:rPr lang="en-SE" sz="1400" i="1" kern="1200" dirty="0"/>
            <a:t>Example: Louder sounds have more energy.</a:t>
          </a:r>
          <a:endParaRPr lang="en-US" sz="1400" kern="1200" dirty="0"/>
        </a:p>
      </dsp:txBody>
      <dsp:txXfrm>
        <a:off x="609351" y="1534963"/>
        <a:ext cx="9896864" cy="543810"/>
      </dsp:txXfrm>
    </dsp:sp>
    <dsp:sp modelId="{4C3146BC-EEE2-42C8-B695-EB16BE040706}">
      <dsp:nvSpPr>
        <dsp:cNvPr id="0" name=""/>
        <dsp:cNvSpPr/>
      </dsp:nvSpPr>
      <dsp:spPr>
        <a:xfrm>
          <a:off x="0" y="2352602"/>
          <a:ext cx="10515600" cy="61812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81F36F-E70E-48AE-8658-675EE9BDB119}">
      <dsp:nvSpPr>
        <dsp:cNvPr id="0" name=""/>
        <dsp:cNvSpPr/>
      </dsp:nvSpPr>
      <dsp:spPr>
        <a:xfrm>
          <a:off x="159517" y="2511065"/>
          <a:ext cx="290315" cy="29003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8826BE4-C2C1-4862-9120-77F2566042AE}">
      <dsp:nvSpPr>
        <dsp:cNvPr id="0" name=""/>
        <dsp:cNvSpPr/>
      </dsp:nvSpPr>
      <dsp:spPr>
        <a:xfrm>
          <a:off x="609351" y="2392416"/>
          <a:ext cx="9896864" cy="5438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553" tIns="57553" rIns="57553" bIns="57553" numCol="1" spcCol="1270" anchor="ctr" anchorCtr="0">
          <a:noAutofit/>
        </a:bodyPr>
        <a:lstStyle/>
        <a:p>
          <a:pPr marL="0" lvl="0" indent="0" algn="l" defTabSz="622300">
            <a:lnSpc>
              <a:spcPct val="100000"/>
            </a:lnSpc>
            <a:spcBef>
              <a:spcPct val="0"/>
            </a:spcBef>
            <a:spcAft>
              <a:spcPct val="35000"/>
            </a:spcAft>
            <a:buNone/>
          </a:pPr>
          <a:r>
            <a:rPr lang="en-SE" sz="1400" b="1" kern="1200" dirty="0"/>
            <a:t>Spectral Centroid</a:t>
          </a:r>
          <a:r>
            <a:rPr lang="en-SE" sz="1400" kern="1200" dirty="0"/>
            <a:t> – Think of it like the "</a:t>
          </a:r>
          <a:r>
            <a:rPr lang="en-SE" sz="1400" kern="1200" dirty="0" err="1"/>
            <a:t>center</a:t>
          </a:r>
          <a:r>
            <a:rPr lang="en-SE" sz="1400" kern="1200" dirty="0"/>
            <a:t> of gravity" of the sound.</a:t>
          </a:r>
          <a:br>
            <a:rPr lang="en-SE" sz="1400" kern="1200" dirty="0"/>
          </a:br>
          <a:r>
            <a:rPr lang="en-US" sz="1400" i="1" kern="1200" dirty="0"/>
            <a:t>Example: High-pitched sounds have a higher centroid than low-pitched ones, meaning their energy is concentrated more toward the higher frequencies.</a:t>
          </a:r>
          <a:endParaRPr lang="en-US" sz="1400" kern="1200" dirty="0"/>
        </a:p>
      </dsp:txBody>
      <dsp:txXfrm>
        <a:off x="609351" y="2392416"/>
        <a:ext cx="9896864" cy="543810"/>
      </dsp:txXfrm>
    </dsp:sp>
    <dsp:sp modelId="{ABA3194B-D8E6-450D-A5F6-852121E48117}">
      <dsp:nvSpPr>
        <dsp:cNvPr id="0" name=""/>
        <dsp:cNvSpPr/>
      </dsp:nvSpPr>
      <dsp:spPr>
        <a:xfrm>
          <a:off x="0" y="3101098"/>
          <a:ext cx="10515600" cy="52733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F95212-9E0A-4468-A4C4-EAF354D31E02}">
      <dsp:nvSpPr>
        <dsp:cNvPr id="0" name=""/>
        <dsp:cNvSpPr/>
      </dsp:nvSpPr>
      <dsp:spPr>
        <a:xfrm>
          <a:off x="159517" y="3219747"/>
          <a:ext cx="290315" cy="29003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1BE5ECA-BF99-41F7-AA1C-AD1074BBBE11}">
      <dsp:nvSpPr>
        <dsp:cNvPr id="0" name=""/>
        <dsp:cNvSpPr/>
      </dsp:nvSpPr>
      <dsp:spPr>
        <a:xfrm>
          <a:off x="609351" y="3101098"/>
          <a:ext cx="9896864" cy="5438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553" tIns="57553" rIns="57553" bIns="57553" numCol="1" spcCol="1270" anchor="ctr" anchorCtr="0">
          <a:noAutofit/>
        </a:bodyPr>
        <a:lstStyle/>
        <a:p>
          <a:pPr marL="0" lvl="0" indent="0" algn="l" defTabSz="622300">
            <a:lnSpc>
              <a:spcPct val="100000"/>
            </a:lnSpc>
            <a:spcBef>
              <a:spcPct val="0"/>
            </a:spcBef>
            <a:spcAft>
              <a:spcPct val="35000"/>
            </a:spcAft>
            <a:buNone/>
          </a:pPr>
          <a:r>
            <a:rPr lang="en-SE" sz="1400" b="1" kern="1200" dirty="0"/>
            <a:t>Spectral Bandwidth</a:t>
          </a:r>
          <a:r>
            <a:rPr lang="en-SE" sz="1400" kern="1200" dirty="0"/>
            <a:t> – Measures how wide the range of frequencies is.</a:t>
          </a:r>
          <a:br>
            <a:rPr lang="en-SE" sz="1400" kern="1200" dirty="0"/>
          </a:br>
          <a:r>
            <a:rPr lang="en-SE" sz="1400" i="1" kern="1200" dirty="0"/>
            <a:t>Example: A single beep has low bandwidth; a mix of sounds has high bandwidth.</a:t>
          </a:r>
          <a:endParaRPr lang="en-US" sz="1400" kern="1200" dirty="0"/>
        </a:p>
      </dsp:txBody>
      <dsp:txXfrm>
        <a:off x="609351" y="3101098"/>
        <a:ext cx="9896864" cy="543810"/>
      </dsp:txXfrm>
    </dsp:sp>
    <dsp:sp modelId="{DB2F5748-7750-49AB-8CC4-74770DF0F2CF}">
      <dsp:nvSpPr>
        <dsp:cNvPr id="0" name=""/>
        <dsp:cNvSpPr/>
      </dsp:nvSpPr>
      <dsp:spPr>
        <a:xfrm>
          <a:off x="0" y="3780861"/>
          <a:ext cx="10515600" cy="52733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F1A83D-A888-4239-B2A5-0BF161F7484E}">
      <dsp:nvSpPr>
        <dsp:cNvPr id="0" name=""/>
        <dsp:cNvSpPr/>
      </dsp:nvSpPr>
      <dsp:spPr>
        <a:xfrm>
          <a:off x="159517" y="3899511"/>
          <a:ext cx="290315" cy="290032"/>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5D3E576-6DD1-4498-BB48-09FB7C6755AD}">
      <dsp:nvSpPr>
        <dsp:cNvPr id="0" name=""/>
        <dsp:cNvSpPr/>
      </dsp:nvSpPr>
      <dsp:spPr>
        <a:xfrm>
          <a:off x="609351" y="3780861"/>
          <a:ext cx="9896864" cy="5438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553" tIns="57553" rIns="57553" bIns="57553" numCol="1" spcCol="1270" anchor="ctr" anchorCtr="0">
          <a:noAutofit/>
        </a:bodyPr>
        <a:lstStyle/>
        <a:p>
          <a:pPr marL="0" lvl="0" indent="0" algn="l" defTabSz="622300">
            <a:lnSpc>
              <a:spcPct val="100000"/>
            </a:lnSpc>
            <a:spcBef>
              <a:spcPct val="0"/>
            </a:spcBef>
            <a:spcAft>
              <a:spcPct val="35000"/>
            </a:spcAft>
            <a:buNone/>
          </a:pPr>
          <a:r>
            <a:rPr lang="en-SE" sz="1400" b="1" kern="1200" dirty="0"/>
            <a:t>Spectral Flatness</a:t>
          </a:r>
          <a:r>
            <a:rPr lang="en-SE" sz="1400" kern="1200" dirty="0"/>
            <a:t> – Tells us if a sound is smooth (like a whistle) or noisy (like static).</a:t>
          </a:r>
          <a:br>
            <a:rPr lang="en-SE" sz="1400" kern="1200" dirty="0"/>
          </a:br>
          <a:r>
            <a:rPr lang="en-SE" sz="1400" i="1" kern="1200" dirty="0"/>
            <a:t>Example: White noise (like TV static) has high spectral flatness; a pure tone has low spectral flatness.</a:t>
          </a:r>
          <a:endParaRPr lang="en-US" sz="1400" kern="1200" dirty="0"/>
        </a:p>
      </dsp:txBody>
      <dsp:txXfrm>
        <a:off x="609351" y="3780861"/>
        <a:ext cx="9896864" cy="54381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30BF65-046D-4340-B7A0-1CFB86CD1A95}">
      <dsp:nvSpPr>
        <dsp:cNvPr id="0" name=""/>
        <dsp:cNvSpPr/>
      </dsp:nvSpPr>
      <dsp:spPr>
        <a:xfrm>
          <a:off x="0" y="294799"/>
          <a:ext cx="6666833" cy="9324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333248" rIns="517420" bIns="113792" numCol="1" spcCol="1270" anchor="t" anchorCtr="0">
          <a:noAutofit/>
        </a:bodyPr>
        <a:lstStyle/>
        <a:p>
          <a:pPr marL="171450" lvl="1" indent="-171450" algn="l" defTabSz="711200">
            <a:lnSpc>
              <a:spcPct val="90000"/>
            </a:lnSpc>
            <a:spcBef>
              <a:spcPct val="0"/>
            </a:spcBef>
            <a:spcAft>
              <a:spcPct val="15000"/>
            </a:spcAft>
            <a:buChar char="•"/>
          </a:pPr>
          <a:r>
            <a:rPr lang="en-SE" sz="1600" kern="1200" dirty="0"/>
            <a:t>Load the three datasets using Python.</a:t>
          </a:r>
          <a:endParaRPr lang="en-US" sz="1600" kern="1200" dirty="0"/>
        </a:p>
        <a:p>
          <a:pPr marL="171450" lvl="1" indent="-171450" algn="l" defTabSz="711200">
            <a:lnSpc>
              <a:spcPct val="90000"/>
            </a:lnSpc>
            <a:spcBef>
              <a:spcPct val="0"/>
            </a:spcBef>
            <a:spcAft>
              <a:spcPct val="15000"/>
            </a:spcAft>
            <a:buChar char="•"/>
          </a:pPr>
          <a:r>
            <a:rPr lang="en-SE" sz="1600" kern="1200" dirty="0"/>
            <a:t>Combine the datasets into a single unified dataset.</a:t>
          </a:r>
          <a:endParaRPr lang="en-US" sz="1600" kern="1200" dirty="0"/>
        </a:p>
      </dsp:txBody>
      <dsp:txXfrm>
        <a:off x="0" y="294799"/>
        <a:ext cx="6666833" cy="932400"/>
      </dsp:txXfrm>
    </dsp:sp>
    <dsp:sp modelId="{60C3CE52-A357-43C2-A88E-25E630051421}">
      <dsp:nvSpPr>
        <dsp:cNvPr id="0" name=""/>
        <dsp:cNvSpPr/>
      </dsp:nvSpPr>
      <dsp:spPr>
        <a:xfrm>
          <a:off x="333341" y="58639"/>
          <a:ext cx="4666783" cy="47232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711200">
            <a:lnSpc>
              <a:spcPct val="90000"/>
            </a:lnSpc>
            <a:spcBef>
              <a:spcPct val="0"/>
            </a:spcBef>
            <a:spcAft>
              <a:spcPct val="35000"/>
            </a:spcAft>
            <a:buNone/>
          </a:pPr>
          <a:r>
            <a:rPr lang="en-SE" sz="1600" b="1" kern="1200" dirty="0"/>
            <a:t>Data Loading and Combination:</a:t>
          </a:r>
          <a:r>
            <a:rPr lang="en-SE" sz="1600" kern="1200" dirty="0"/>
            <a:t> </a:t>
          </a:r>
          <a:endParaRPr lang="en-US" sz="1600" kern="1200" dirty="0"/>
        </a:p>
      </dsp:txBody>
      <dsp:txXfrm>
        <a:off x="356398" y="81696"/>
        <a:ext cx="4620669" cy="426206"/>
      </dsp:txXfrm>
    </dsp:sp>
    <dsp:sp modelId="{FD696B10-3735-4184-83F8-EB93AABA6842}">
      <dsp:nvSpPr>
        <dsp:cNvPr id="0" name=""/>
        <dsp:cNvSpPr/>
      </dsp:nvSpPr>
      <dsp:spPr>
        <a:xfrm>
          <a:off x="0" y="1549759"/>
          <a:ext cx="6666833" cy="1386000"/>
        </a:xfrm>
        <a:prstGeom prst="rect">
          <a:avLst/>
        </a:prstGeom>
        <a:solidFill>
          <a:schemeClr val="lt1">
            <a:alpha val="90000"/>
            <a:hueOff val="0"/>
            <a:satOff val="0"/>
            <a:lumOff val="0"/>
            <a:alphaOff val="0"/>
          </a:schemeClr>
        </a:solidFill>
        <a:ln w="12700" cap="flat" cmpd="sng" algn="ctr">
          <a:solidFill>
            <a:schemeClr val="accent2">
              <a:hueOff val="2147871"/>
              <a:satOff val="-6164"/>
              <a:lumOff val="-987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333248" rIns="517420" bIns="113792" numCol="1" spcCol="1270" anchor="t" anchorCtr="0">
          <a:noAutofit/>
        </a:bodyPr>
        <a:lstStyle/>
        <a:p>
          <a:pPr marL="171450" lvl="1" indent="-171450" algn="l" defTabSz="711200">
            <a:lnSpc>
              <a:spcPct val="90000"/>
            </a:lnSpc>
            <a:spcBef>
              <a:spcPct val="0"/>
            </a:spcBef>
            <a:spcAft>
              <a:spcPct val="15000"/>
            </a:spcAft>
            <a:buChar char="•"/>
          </a:pPr>
          <a:r>
            <a:rPr lang="en-SE" sz="1600" kern="1200" dirty="0"/>
            <a:t>Remove non-relevant columns (e.g., </a:t>
          </a:r>
          <a:r>
            <a:rPr lang="en-SE" sz="1600" kern="1200" dirty="0" err="1"/>
            <a:t>start_time</a:t>
          </a:r>
          <a:r>
            <a:rPr lang="en-SE" sz="1600" kern="1200" dirty="0"/>
            <a:t>, axle, cluster, tsne_1, and tsne_2).</a:t>
          </a:r>
          <a:endParaRPr lang="en-US" sz="1600" kern="1200" dirty="0"/>
        </a:p>
        <a:p>
          <a:pPr marL="171450" lvl="1" indent="-171450" algn="l" defTabSz="711200">
            <a:lnSpc>
              <a:spcPct val="90000"/>
            </a:lnSpc>
            <a:spcBef>
              <a:spcPct val="0"/>
            </a:spcBef>
            <a:spcAft>
              <a:spcPct val="15000"/>
            </a:spcAft>
            <a:buChar char="•"/>
          </a:pPr>
          <a:r>
            <a:rPr lang="en-SE" sz="1600" kern="1200" dirty="0"/>
            <a:t>Map the labels such that all normal events become 0 and any other events become 1.</a:t>
          </a:r>
          <a:endParaRPr lang="en-US" sz="1600" kern="1200" dirty="0"/>
        </a:p>
      </dsp:txBody>
      <dsp:txXfrm>
        <a:off x="0" y="1549759"/>
        <a:ext cx="6666833" cy="1386000"/>
      </dsp:txXfrm>
    </dsp:sp>
    <dsp:sp modelId="{D7225137-CC8A-401A-B2E0-1019F1B9D277}">
      <dsp:nvSpPr>
        <dsp:cNvPr id="0" name=""/>
        <dsp:cNvSpPr/>
      </dsp:nvSpPr>
      <dsp:spPr>
        <a:xfrm>
          <a:off x="333341" y="1313599"/>
          <a:ext cx="4666783" cy="472320"/>
        </a:xfrm>
        <a:prstGeom prst="roundRect">
          <a:avLst/>
        </a:prstGeom>
        <a:gradFill rotWithShape="0">
          <a:gsLst>
            <a:gs pos="0">
              <a:schemeClr val="accent2">
                <a:hueOff val="2147871"/>
                <a:satOff val="-6164"/>
                <a:lumOff val="-9870"/>
                <a:alphaOff val="0"/>
                <a:satMod val="103000"/>
                <a:lumMod val="102000"/>
                <a:tint val="94000"/>
              </a:schemeClr>
            </a:gs>
            <a:gs pos="50000">
              <a:schemeClr val="accent2">
                <a:hueOff val="2147871"/>
                <a:satOff val="-6164"/>
                <a:lumOff val="-9870"/>
                <a:alphaOff val="0"/>
                <a:satMod val="110000"/>
                <a:lumMod val="100000"/>
                <a:shade val="100000"/>
              </a:schemeClr>
            </a:gs>
            <a:gs pos="100000">
              <a:schemeClr val="accent2">
                <a:hueOff val="2147871"/>
                <a:satOff val="-6164"/>
                <a:lumOff val="-987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711200">
            <a:lnSpc>
              <a:spcPct val="90000"/>
            </a:lnSpc>
            <a:spcBef>
              <a:spcPct val="0"/>
            </a:spcBef>
            <a:spcAft>
              <a:spcPct val="35000"/>
            </a:spcAft>
            <a:buNone/>
          </a:pPr>
          <a:r>
            <a:rPr lang="en-SE" sz="1600" b="1" kern="1200" dirty="0"/>
            <a:t>Data Cleaning:</a:t>
          </a:r>
          <a:r>
            <a:rPr lang="en-SE" sz="1600" kern="1200" dirty="0"/>
            <a:t> </a:t>
          </a:r>
          <a:endParaRPr lang="en-US" sz="1600" kern="1200" dirty="0"/>
        </a:p>
      </dsp:txBody>
      <dsp:txXfrm>
        <a:off x="356398" y="1336656"/>
        <a:ext cx="4620669" cy="426206"/>
      </dsp:txXfrm>
    </dsp:sp>
    <dsp:sp modelId="{8EB275F5-E55E-4760-BCBE-20C604EFFA47}">
      <dsp:nvSpPr>
        <dsp:cNvPr id="0" name=""/>
        <dsp:cNvSpPr/>
      </dsp:nvSpPr>
      <dsp:spPr>
        <a:xfrm>
          <a:off x="0" y="3258320"/>
          <a:ext cx="6666833" cy="907200"/>
        </a:xfrm>
        <a:prstGeom prst="rect">
          <a:avLst/>
        </a:prstGeom>
        <a:solidFill>
          <a:schemeClr val="lt1">
            <a:alpha val="90000"/>
            <a:hueOff val="0"/>
            <a:satOff val="0"/>
            <a:lumOff val="0"/>
            <a:alphaOff val="0"/>
          </a:schemeClr>
        </a:solidFill>
        <a:ln w="12700" cap="flat" cmpd="sng" algn="ctr">
          <a:solidFill>
            <a:schemeClr val="accent2">
              <a:hueOff val="4295743"/>
              <a:satOff val="-12329"/>
              <a:lumOff val="-1973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333248" rIns="517420" bIns="113792" numCol="1" spcCol="1270" anchor="t" anchorCtr="0">
          <a:noAutofit/>
        </a:bodyPr>
        <a:lstStyle/>
        <a:p>
          <a:pPr marL="171450" lvl="1" indent="-171450" algn="l" defTabSz="711200">
            <a:lnSpc>
              <a:spcPct val="90000"/>
            </a:lnSpc>
            <a:spcBef>
              <a:spcPct val="0"/>
            </a:spcBef>
            <a:spcAft>
              <a:spcPct val="15000"/>
            </a:spcAft>
            <a:buChar char="•"/>
          </a:pPr>
          <a:r>
            <a:rPr lang="en-SE" sz="1600" kern="1200" dirty="0"/>
            <a:t>Normalize the dataset (using techniques such as min-max scaling or standardization) to prepare for further analysis.</a:t>
          </a:r>
          <a:endParaRPr lang="en-US" sz="1600" kern="1200" dirty="0"/>
        </a:p>
      </dsp:txBody>
      <dsp:txXfrm>
        <a:off x="0" y="3258320"/>
        <a:ext cx="6666833" cy="907200"/>
      </dsp:txXfrm>
    </dsp:sp>
    <dsp:sp modelId="{27724092-F12E-4FB5-B49C-2AAB6309507F}">
      <dsp:nvSpPr>
        <dsp:cNvPr id="0" name=""/>
        <dsp:cNvSpPr/>
      </dsp:nvSpPr>
      <dsp:spPr>
        <a:xfrm>
          <a:off x="333341" y="3022160"/>
          <a:ext cx="4666783" cy="472320"/>
        </a:xfrm>
        <a:prstGeom prst="roundRect">
          <a:avLst/>
        </a:prstGeom>
        <a:gradFill rotWithShape="0">
          <a:gsLst>
            <a:gs pos="0">
              <a:schemeClr val="accent2">
                <a:hueOff val="4295743"/>
                <a:satOff val="-12329"/>
                <a:lumOff val="-19739"/>
                <a:alphaOff val="0"/>
                <a:satMod val="103000"/>
                <a:lumMod val="102000"/>
                <a:tint val="94000"/>
              </a:schemeClr>
            </a:gs>
            <a:gs pos="50000">
              <a:schemeClr val="accent2">
                <a:hueOff val="4295743"/>
                <a:satOff val="-12329"/>
                <a:lumOff val="-19739"/>
                <a:alphaOff val="0"/>
                <a:satMod val="110000"/>
                <a:lumMod val="100000"/>
                <a:shade val="100000"/>
              </a:schemeClr>
            </a:gs>
            <a:gs pos="100000">
              <a:schemeClr val="accent2">
                <a:hueOff val="4295743"/>
                <a:satOff val="-12329"/>
                <a:lumOff val="-1973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711200">
            <a:lnSpc>
              <a:spcPct val="90000"/>
            </a:lnSpc>
            <a:spcBef>
              <a:spcPct val="0"/>
            </a:spcBef>
            <a:spcAft>
              <a:spcPct val="35000"/>
            </a:spcAft>
            <a:buNone/>
          </a:pPr>
          <a:r>
            <a:rPr lang="en-SE" sz="1600" b="1" kern="1200" dirty="0"/>
            <a:t>Data Transformation:</a:t>
          </a:r>
          <a:r>
            <a:rPr lang="en-SE" sz="1600" kern="1200" dirty="0"/>
            <a:t> </a:t>
          </a:r>
          <a:endParaRPr lang="en-US" sz="1600" kern="1200" dirty="0"/>
        </a:p>
      </dsp:txBody>
      <dsp:txXfrm>
        <a:off x="356398" y="3045217"/>
        <a:ext cx="4620669" cy="426206"/>
      </dsp:txXfrm>
    </dsp:sp>
    <dsp:sp modelId="{07013E57-54C9-42A1-A60E-D61775AB73E6}">
      <dsp:nvSpPr>
        <dsp:cNvPr id="0" name=""/>
        <dsp:cNvSpPr/>
      </dsp:nvSpPr>
      <dsp:spPr>
        <a:xfrm>
          <a:off x="0" y="4488080"/>
          <a:ext cx="6666833" cy="907200"/>
        </a:xfrm>
        <a:prstGeom prst="rect">
          <a:avLst/>
        </a:prstGeom>
        <a:solidFill>
          <a:schemeClr val="lt1">
            <a:alpha val="90000"/>
            <a:hueOff val="0"/>
            <a:satOff val="0"/>
            <a:lumOff val="0"/>
            <a:alphaOff val="0"/>
          </a:schemeClr>
        </a:solidFill>
        <a:ln w="12700" cap="flat" cmpd="sng" algn="ctr">
          <a:solidFill>
            <a:schemeClr val="accent2">
              <a:hueOff val="6443614"/>
              <a:satOff val="-18493"/>
              <a:lumOff val="-2960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333248" rIns="517420" bIns="113792" numCol="1" spcCol="1270" anchor="t" anchorCtr="0">
          <a:noAutofit/>
        </a:bodyPr>
        <a:lstStyle/>
        <a:p>
          <a:pPr marL="171450" lvl="1" indent="-171450" algn="l" defTabSz="711200">
            <a:lnSpc>
              <a:spcPct val="90000"/>
            </a:lnSpc>
            <a:spcBef>
              <a:spcPct val="0"/>
            </a:spcBef>
            <a:spcAft>
              <a:spcPct val="15000"/>
            </a:spcAft>
            <a:buChar char="•"/>
          </a:pPr>
          <a:r>
            <a:rPr lang="en-SE" sz="1600" kern="1200" dirty="0"/>
            <a:t>Split the data into training and testing sets using an 80/20 ratio, ensuring proper distribution of events.</a:t>
          </a:r>
          <a:endParaRPr lang="en-US" sz="1600" kern="1200" dirty="0"/>
        </a:p>
      </dsp:txBody>
      <dsp:txXfrm>
        <a:off x="0" y="4488080"/>
        <a:ext cx="6666833" cy="907200"/>
      </dsp:txXfrm>
    </dsp:sp>
    <dsp:sp modelId="{30835FD3-749F-423F-BE92-5CE29F8B471E}">
      <dsp:nvSpPr>
        <dsp:cNvPr id="0" name=""/>
        <dsp:cNvSpPr/>
      </dsp:nvSpPr>
      <dsp:spPr>
        <a:xfrm>
          <a:off x="333341" y="4251920"/>
          <a:ext cx="4666783" cy="472320"/>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711200">
            <a:lnSpc>
              <a:spcPct val="90000"/>
            </a:lnSpc>
            <a:spcBef>
              <a:spcPct val="0"/>
            </a:spcBef>
            <a:spcAft>
              <a:spcPct val="35000"/>
            </a:spcAft>
            <a:buNone/>
          </a:pPr>
          <a:r>
            <a:rPr lang="en-SE" sz="1600" b="1" kern="1200" dirty="0"/>
            <a:t>Dataset Splitting:</a:t>
          </a:r>
          <a:r>
            <a:rPr lang="en-SE" sz="1600" kern="1200" dirty="0"/>
            <a:t> </a:t>
          </a:r>
          <a:endParaRPr lang="en-US" sz="1600" kern="1200" dirty="0"/>
        </a:p>
      </dsp:txBody>
      <dsp:txXfrm>
        <a:off x="356398" y="4274977"/>
        <a:ext cx="4620669" cy="42620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60C2DE-B44A-4F45-804A-708EBA97504F}">
      <dsp:nvSpPr>
        <dsp:cNvPr id="0" name=""/>
        <dsp:cNvSpPr/>
      </dsp:nvSpPr>
      <dsp:spPr>
        <a:xfrm>
          <a:off x="0" y="3492541"/>
          <a:ext cx="6949440" cy="2291485"/>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92024" rIns="192024" bIns="192024" numCol="1" spcCol="1270" anchor="ctr" anchorCtr="0">
          <a:noAutofit/>
        </a:bodyPr>
        <a:lstStyle/>
        <a:p>
          <a:pPr marL="0" lvl="0" indent="0" algn="ctr" defTabSz="1200150">
            <a:lnSpc>
              <a:spcPct val="90000"/>
            </a:lnSpc>
            <a:spcBef>
              <a:spcPct val="0"/>
            </a:spcBef>
            <a:spcAft>
              <a:spcPct val="35000"/>
            </a:spcAft>
            <a:buNone/>
          </a:pPr>
          <a:r>
            <a:rPr lang="en-US" sz="2700" kern="1200"/>
            <a:t>Comparison task: Compare between the 80/20 train-test split and k-fold cross-validation using SVM (Support Vector Machine).  Train an SVM model using both methods and evaluate its performance. </a:t>
          </a:r>
        </a:p>
      </dsp:txBody>
      <dsp:txXfrm>
        <a:off x="0" y="3492541"/>
        <a:ext cx="6949440" cy="2291485"/>
      </dsp:txXfrm>
    </dsp:sp>
    <dsp:sp modelId="{F15C2829-44B0-4725-ACBD-604E44EC4BBF}">
      <dsp:nvSpPr>
        <dsp:cNvPr id="0" name=""/>
        <dsp:cNvSpPr/>
      </dsp:nvSpPr>
      <dsp:spPr>
        <a:xfrm rot="10800000">
          <a:off x="0" y="2609"/>
          <a:ext cx="6949440" cy="3524304"/>
        </a:xfrm>
        <a:prstGeom prst="upArrowCallou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92024" rIns="192024" bIns="192024" numCol="1" spcCol="1270" anchor="ctr" anchorCtr="0">
          <a:noAutofit/>
        </a:bodyPr>
        <a:lstStyle/>
        <a:p>
          <a:pPr marL="0" lvl="0" indent="0" algn="ctr" defTabSz="1200150">
            <a:lnSpc>
              <a:spcPct val="90000"/>
            </a:lnSpc>
            <a:spcBef>
              <a:spcPct val="0"/>
            </a:spcBef>
            <a:spcAft>
              <a:spcPct val="35000"/>
            </a:spcAft>
            <a:buNone/>
          </a:pPr>
          <a:r>
            <a:rPr lang="en-US" sz="2700" kern="1200"/>
            <a:t>Cross-Validation:</a:t>
          </a:r>
          <a:br>
            <a:rPr lang="en-US" sz="2700" kern="1200"/>
          </a:br>
          <a:r>
            <a:rPr lang="en-US" sz="2700" kern="1200"/>
            <a:t>Perform k-fold cross-validation (e.g., 5-fold) on the training set to evaluate model stability.</a:t>
          </a:r>
        </a:p>
      </dsp:txBody>
      <dsp:txXfrm rot="10800000">
        <a:off x="0" y="2609"/>
        <a:ext cx="6949440" cy="228998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183CF8-11D1-43BA-9175-6FE44F99AA18}">
      <dsp:nvSpPr>
        <dsp:cNvPr id="0" name=""/>
        <dsp:cNvSpPr/>
      </dsp:nvSpPr>
      <dsp:spPr>
        <a:xfrm>
          <a:off x="0" y="4978"/>
          <a:ext cx="6364224" cy="105939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320B4F-B946-4917-861A-17F0537CAC65}">
      <dsp:nvSpPr>
        <dsp:cNvPr id="0" name=""/>
        <dsp:cNvSpPr/>
      </dsp:nvSpPr>
      <dsp:spPr>
        <a:xfrm>
          <a:off x="320466" y="243341"/>
          <a:ext cx="583235" cy="58266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139EDCD-3C09-4F1D-AA72-E6347639BB36}">
      <dsp:nvSpPr>
        <dsp:cNvPr id="0" name=""/>
        <dsp:cNvSpPr/>
      </dsp:nvSpPr>
      <dsp:spPr>
        <a:xfrm>
          <a:off x="1224167" y="4978"/>
          <a:ext cx="5084751" cy="1158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630" tIns="122630" rIns="122630" bIns="122630" numCol="1" spcCol="1270" anchor="ctr" anchorCtr="0">
          <a:noAutofit/>
        </a:bodyPr>
        <a:lstStyle/>
        <a:p>
          <a:pPr marL="0" lvl="0" indent="0" algn="l" defTabSz="622300">
            <a:lnSpc>
              <a:spcPct val="90000"/>
            </a:lnSpc>
            <a:spcBef>
              <a:spcPct val="0"/>
            </a:spcBef>
            <a:spcAft>
              <a:spcPct val="35000"/>
            </a:spcAft>
            <a:buNone/>
          </a:pPr>
          <a:r>
            <a:rPr lang="en-SE" sz="1400" kern="1200" dirty="0"/>
            <a:t>Reducing the feature space is central to improving model performance and reducing noise.</a:t>
          </a:r>
          <a:endParaRPr lang="en-US" sz="1400" kern="1200" dirty="0"/>
        </a:p>
      </dsp:txBody>
      <dsp:txXfrm>
        <a:off x="1224167" y="4978"/>
        <a:ext cx="5084751" cy="1158710"/>
      </dsp:txXfrm>
    </dsp:sp>
    <dsp:sp modelId="{159CE450-38D6-41FC-ACE8-77C889D44E3E}">
      <dsp:nvSpPr>
        <dsp:cNvPr id="0" name=""/>
        <dsp:cNvSpPr/>
      </dsp:nvSpPr>
      <dsp:spPr>
        <a:xfrm>
          <a:off x="0" y="1453366"/>
          <a:ext cx="6364224" cy="105939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04FDFD-9C17-4A00-B96B-7CAF53E8A0B9}">
      <dsp:nvSpPr>
        <dsp:cNvPr id="0" name=""/>
        <dsp:cNvSpPr/>
      </dsp:nvSpPr>
      <dsp:spPr>
        <a:xfrm>
          <a:off x="320466" y="1691729"/>
          <a:ext cx="583235" cy="58266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AA6F1A-F98E-4012-A2AF-F8FD14A924CB}">
      <dsp:nvSpPr>
        <dsp:cNvPr id="0" name=""/>
        <dsp:cNvSpPr/>
      </dsp:nvSpPr>
      <dsp:spPr>
        <a:xfrm>
          <a:off x="1224167" y="1453366"/>
          <a:ext cx="5084751" cy="1158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630" tIns="122630" rIns="122630" bIns="122630" numCol="1" spcCol="1270" anchor="ctr" anchorCtr="0">
          <a:noAutofit/>
        </a:bodyPr>
        <a:lstStyle/>
        <a:p>
          <a:pPr marL="0" lvl="0" indent="0" algn="l" defTabSz="622300">
            <a:lnSpc>
              <a:spcPct val="90000"/>
            </a:lnSpc>
            <a:spcBef>
              <a:spcPct val="0"/>
            </a:spcBef>
            <a:spcAft>
              <a:spcPct val="35000"/>
            </a:spcAft>
            <a:buNone/>
          </a:pPr>
          <a:r>
            <a:rPr lang="en-SE" sz="1400" kern="1200" dirty="0"/>
            <a:t>What is Feature Selection?</a:t>
          </a:r>
          <a:endParaRPr lang="en-US" sz="1400" kern="1200" dirty="0"/>
        </a:p>
      </dsp:txBody>
      <dsp:txXfrm>
        <a:off x="1224167" y="1453366"/>
        <a:ext cx="5084751" cy="1158710"/>
      </dsp:txXfrm>
    </dsp:sp>
    <dsp:sp modelId="{092D0EBC-73D9-4986-A3BF-16CA7FC558CC}">
      <dsp:nvSpPr>
        <dsp:cNvPr id="0" name=""/>
        <dsp:cNvSpPr/>
      </dsp:nvSpPr>
      <dsp:spPr>
        <a:xfrm>
          <a:off x="0" y="2901754"/>
          <a:ext cx="6364224" cy="105939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32A742-F54F-4C5A-B26C-5126E5929B28}">
      <dsp:nvSpPr>
        <dsp:cNvPr id="0" name=""/>
        <dsp:cNvSpPr/>
      </dsp:nvSpPr>
      <dsp:spPr>
        <a:xfrm>
          <a:off x="320466" y="3140118"/>
          <a:ext cx="583235" cy="58266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FC35DCE-7699-4F87-BA2C-0DC67FBD5BEF}">
      <dsp:nvSpPr>
        <dsp:cNvPr id="0" name=""/>
        <dsp:cNvSpPr/>
      </dsp:nvSpPr>
      <dsp:spPr>
        <a:xfrm>
          <a:off x="1224167" y="2901754"/>
          <a:ext cx="5084751" cy="1158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630" tIns="122630" rIns="122630" bIns="122630" numCol="1" spcCol="1270" anchor="ctr" anchorCtr="0">
          <a:noAutofit/>
        </a:bodyPr>
        <a:lstStyle/>
        <a:p>
          <a:pPr marL="0" lvl="0" indent="0" algn="l" defTabSz="622300">
            <a:lnSpc>
              <a:spcPct val="90000"/>
            </a:lnSpc>
            <a:spcBef>
              <a:spcPct val="0"/>
            </a:spcBef>
            <a:spcAft>
              <a:spcPct val="35000"/>
            </a:spcAft>
            <a:buNone/>
          </a:pPr>
          <a:r>
            <a:rPr lang="en-SE" sz="1400" kern="1200" dirty="0"/>
            <a:t>Think of a machine learning model like a student taking a test. If there are too many questions, the student may get confused and not do well. But if we remove unimportant questions and keep only the useful ones, the student can focus better and perform well</a:t>
          </a:r>
          <a:r>
            <a:rPr lang="en-US" sz="1400" kern="1200" dirty="0"/>
            <a:t>.</a:t>
          </a:r>
        </a:p>
      </dsp:txBody>
      <dsp:txXfrm>
        <a:off x="1224167" y="2901754"/>
        <a:ext cx="5084751" cy="1158710"/>
      </dsp:txXfrm>
    </dsp:sp>
    <dsp:sp modelId="{D4FA26AC-151B-4A5D-BCEB-11BC0AD7D04D}">
      <dsp:nvSpPr>
        <dsp:cNvPr id="0" name=""/>
        <dsp:cNvSpPr/>
      </dsp:nvSpPr>
      <dsp:spPr>
        <a:xfrm>
          <a:off x="0" y="4350142"/>
          <a:ext cx="6364224" cy="1059392"/>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15C1CD-3519-4B44-BF12-BE8A91BBCD73}">
      <dsp:nvSpPr>
        <dsp:cNvPr id="0" name=""/>
        <dsp:cNvSpPr/>
      </dsp:nvSpPr>
      <dsp:spPr>
        <a:xfrm>
          <a:off x="320466" y="4588506"/>
          <a:ext cx="583235" cy="58266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5864034-C3E1-470E-B850-966E3EAF32F7}">
      <dsp:nvSpPr>
        <dsp:cNvPr id="0" name=""/>
        <dsp:cNvSpPr/>
      </dsp:nvSpPr>
      <dsp:spPr>
        <a:xfrm>
          <a:off x="1224167" y="4350142"/>
          <a:ext cx="5084751" cy="1158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630" tIns="122630" rIns="122630" bIns="122630" numCol="1" spcCol="1270" anchor="ctr" anchorCtr="0">
          <a:noAutofit/>
        </a:bodyPr>
        <a:lstStyle/>
        <a:p>
          <a:pPr marL="0" lvl="0" indent="0" algn="l" defTabSz="622300">
            <a:lnSpc>
              <a:spcPct val="90000"/>
            </a:lnSpc>
            <a:spcBef>
              <a:spcPct val="0"/>
            </a:spcBef>
            <a:spcAft>
              <a:spcPct val="35000"/>
            </a:spcAft>
            <a:buNone/>
          </a:pPr>
          <a:r>
            <a:rPr lang="en-SE" sz="1400" kern="1200" dirty="0"/>
            <a:t>Similarly, in machine learning, we remove unnecessary features (columns in data) to make the model work better and faster.</a:t>
          </a:r>
          <a:endParaRPr lang="en-US" sz="1400" kern="1200" dirty="0"/>
        </a:p>
      </dsp:txBody>
      <dsp:txXfrm>
        <a:off x="1224167" y="4350142"/>
        <a:ext cx="5084751" cy="115871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ACD427-9C21-4A40-AADC-0D8D292A6A82}">
      <dsp:nvSpPr>
        <dsp:cNvPr id="0" name=""/>
        <dsp:cNvSpPr/>
      </dsp:nvSpPr>
      <dsp:spPr>
        <a:xfrm>
          <a:off x="0" y="60406"/>
          <a:ext cx="6666833" cy="838451"/>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SE" sz="2100" kern="1200"/>
            <a:t>Techniques for Feature Selection:</a:t>
          </a:r>
          <a:endParaRPr lang="en-US" sz="2100" kern="1200"/>
        </a:p>
      </dsp:txBody>
      <dsp:txXfrm>
        <a:off x="40930" y="101336"/>
        <a:ext cx="6584973" cy="756591"/>
      </dsp:txXfrm>
    </dsp:sp>
    <dsp:sp modelId="{9572BF1E-5B0E-4912-B050-5C1D423F1ECF}">
      <dsp:nvSpPr>
        <dsp:cNvPr id="0" name=""/>
        <dsp:cNvSpPr/>
      </dsp:nvSpPr>
      <dsp:spPr>
        <a:xfrm>
          <a:off x="0" y="959337"/>
          <a:ext cx="6666833" cy="838451"/>
        </a:xfrm>
        <a:prstGeom prst="roundRect">
          <a:avLst/>
        </a:prstGeom>
        <a:gradFill rotWithShape="0">
          <a:gsLst>
            <a:gs pos="0">
              <a:schemeClr val="accent2">
                <a:hueOff val="1288723"/>
                <a:satOff val="-3699"/>
                <a:lumOff val="-5922"/>
                <a:alphaOff val="0"/>
                <a:satMod val="103000"/>
                <a:lumMod val="102000"/>
                <a:tint val="94000"/>
              </a:schemeClr>
            </a:gs>
            <a:gs pos="50000">
              <a:schemeClr val="accent2">
                <a:hueOff val="1288723"/>
                <a:satOff val="-3699"/>
                <a:lumOff val="-5922"/>
                <a:alphaOff val="0"/>
                <a:satMod val="110000"/>
                <a:lumMod val="100000"/>
                <a:shade val="100000"/>
              </a:schemeClr>
            </a:gs>
            <a:gs pos="100000">
              <a:schemeClr val="accent2">
                <a:hueOff val="1288723"/>
                <a:satOff val="-3699"/>
                <a:lumOff val="-592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SE" sz="2100" kern="1200"/>
            <a:t>1. Filter Methods (Picking Features Based on Statistics)</a:t>
          </a:r>
          <a:endParaRPr lang="en-US" sz="2100" kern="1200"/>
        </a:p>
      </dsp:txBody>
      <dsp:txXfrm>
        <a:off x="40930" y="1000267"/>
        <a:ext cx="6584973" cy="756591"/>
      </dsp:txXfrm>
    </dsp:sp>
    <dsp:sp modelId="{893CBC3B-3225-4689-A9D1-FAB1BBF5295D}">
      <dsp:nvSpPr>
        <dsp:cNvPr id="0" name=""/>
        <dsp:cNvSpPr/>
      </dsp:nvSpPr>
      <dsp:spPr>
        <a:xfrm>
          <a:off x="0" y="1858268"/>
          <a:ext cx="6666833" cy="838451"/>
        </a:xfrm>
        <a:prstGeom prst="roundRect">
          <a:avLst/>
        </a:prstGeom>
        <a:gradFill rotWithShape="0">
          <a:gsLst>
            <a:gs pos="0">
              <a:schemeClr val="accent2">
                <a:hueOff val="2577445"/>
                <a:satOff val="-7397"/>
                <a:lumOff val="-11844"/>
                <a:alphaOff val="0"/>
                <a:satMod val="103000"/>
                <a:lumMod val="102000"/>
                <a:tint val="94000"/>
              </a:schemeClr>
            </a:gs>
            <a:gs pos="50000">
              <a:schemeClr val="accent2">
                <a:hueOff val="2577445"/>
                <a:satOff val="-7397"/>
                <a:lumOff val="-11844"/>
                <a:alphaOff val="0"/>
                <a:satMod val="110000"/>
                <a:lumMod val="100000"/>
                <a:shade val="100000"/>
              </a:schemeClr>
            </a:gs>
            <a:gs pos="100000">
              <a:schemeClr val="accent2">
                <a:hueOff val="2577445"/>
                <a:satOff val="-7397"/>
                <a:lumOff val="-1184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SE" sz="2100" kern="1200"/>
            <a:t>These methods quickly check which features are useful before using a model.</a:t>
          </a:r>
          <a:endParaRPr lang="en-US" sz="2100" kern="1200"/>
        </a:p>
      </dsp:txBody>
      <dsp:txXfrm>
        <a:off x="40930" y="1899198"/>
        <a:ext cx="6584973" cy="756591"/>
      </dsp:txXfrm>
    </dsp:sp>
    <dsp:sp modelId="{15AA54DF-60C9-49C5-99D5-A1E78E79E536}">
      <dsp:nvSpPr>
        <dsp:cNvPr id="0" name=""/>
        <dsp:cNvSpPr/>
      </dsp:nvSpPr>
      <dsp:spPr>
        <a:xfrm>
          <a:off x="0" y="2757199"/>
          <a:ext cx="6666833" cy="838451"/>
        </a:xfrm>
        <a:prstGeom prst="roundRect">
          <a:avLst/>
        </a:prstGeom>
        <a:gradFill rotWithShape="0">
          <a:gsLst>
            <a:gs pos="0">
              <a:schemeClr val="accent2">
                <a:hueOff val="3866169"/>
                <a:satOff val="-11096"/>
                <a:lumOff val="-17765"/>
                <a:alphaOff val="0"/>
                <a:satMod val="103000"/>
                <a:lumMod val="102000"/>
                <a:tint val="94000"/>
              </a:schemeClr>
            </a:gs>
            <a:gs pos="50000">
              <a:schemeClr val="accent2">
                <a:hueOff val="3866169"/>
                <a:satOff val="-11096"/>
                <a:lumOff val="-17765"/>
                <a:alphaOff val="0"/>
                <a:satMod val="110000"/>
                <a:lumMod val="100000"/>
                <a:shade val="100000"/>
              </a:schemeClr>
            </a:gs>
            <a:gs pos="100000">
              <a:schemeClr val="accent2">
                <a:hueOff val="3866169"/>
                <a:satOff val="-11096"/>
                <a:lumOff val="-17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SE" sz="2100" kern="1200"/>
            <a:t>Techniques Used:</a:t>
          </a:r>
          <a:endParaRPr lang="en-US" sz="2100" kern="1200"/>
        </a:p>
      </dsp:txBody>
      <dsp:txXfrm>
        <a:off x="40930" y="2798129"/>
        <a:ext cx="6584973" cy="756591"/>
      </dsp:txXfrm>
    </dsp:sp>
    <dsp:sp modelId="{E9A7B533-E5E3-4406-8CBA-9DF6D49094F4}">
      <dsp:nvSpPr>
        <dsp:cNvPr id="0" name=""/>
        <dsp:cNvSpPr/>
      </dsp:nvSpPr>
      <dsp:spPr>
        <a:xfrm>
          <a:off x="0" y="3656131"/>
          <a:ext cx="6666833" cy="838451"/>
        </a:xfrm>
        <a:prstGeom prst="roundRect">
          <a:avLst/>
        </a:prstGeom>
        <a:gradFill rotWithShape="0">
          <a:gsLst>
            <a:gs pos="0">
              <a:schemeClr val="accent2">
                <a:hueOff val="5154891"/>
                <a:satOff val="-14794"/>
                <a:lumOff val="-23687"/>
                <a:alphaOff val="0"/>
                <a:satMod val="103000"/>
                <a:lumMod val="102000"/>
                <a:tint val="94000"/>
              </a:schemeClr>
            </a:gs>
            <a:gs pos="50000">
              <a:schemeClr val="accent2">
                <a:hueOff val="5154891"/>
                <a:satOff val="-14794"/>
                <a:lumOff val="-23687"/>
                <a:alphaOff val="0"/>
                <a:satMod val="110000"/>
                <a:lumMod val="100000"/>
                <a:shade val="100000"/>
              </a:schemeClr>
            </a:gs>
            <a:gs pos="100000">
              <a:schemeClr val="accent2">
                <a:hueOff val="5154891"/>
                <a:satOff val="-14794"/>
                <a:lumOff val="-2368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SE" sz="2100" kern="1200" dirty="0"/>
            <a:t>Pearson Correlation: Measures how strongly two things are related.</a:t>
          </a:r>
          <a:endParaRPr lang="en-US" sz="2100" kern="1200" dirty="0"/>
        </a:p>
      </dsp:txBody>
      <dsp:txXfrm>
        <a:off x="40930" y="3697061"/>
        <a:ext cx="6584973" cy="756591"/>
      </dsp:txXfrm>
    </dsp:sp>
    <dsp:sp modelId="{37DA6DBB-956E-440F-AF1E-6B11FCC95028}">
      <dsp:nvSpPr>
        <dsp:cNvPr id="0" name=""/>
        <dsp:cNvSpPr/>
      </dsp:nvSpPr>
      <dsp:spPr>
        <a:xfrm>
          <a:off x="0" y="4555062"/>
          <a:ext cx="6666833" cy="838451"/>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SE" sz="2100" kern="1200"/>
            <a:t>Chi-Square Test: Checks if one thing affects anothe</a:t>
          </a:r>
          <a:r>
            <a:rPr lang="en-US" sz="2100" kern="1200"/>
            <a:t>r</a:t>
          </a:r>
          <a:r>
            <a:rPr lang="en-SE" sz="2100" kern="1200"/>
            <a:t>.</a:t>
          </a:r>
          <a:endParaRPr lang="en-US" sz="2100" kern="1200"/>
        </a:p>
      </dsp:txBody>
      <dsp:txXfrm>
        <a:off x="40930" y="4595992"/>
        <a:ext cx="6584973" cy="75659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970682-7A9C-4167-B892-6F30C7BA449C}">
      <dsp:nvSpPr>
        <dsp:cNvPr id="0" name=""/>
        <dsp:cNvSpPr/>
      </dsp:nvSpPr>
      <dsp:spPr>
        <a:xfrm>
          <a:off x="3040792" y="870618"/>
          <a:ext cx="667342" cy="91440"/>
        </a:xfrm>
        <a:custGeom>
          <a:avLst/>
          <a:gdLst/>
          <a:ahLst/>
          <a:cxnLst/>
          <a:rect l="0" t="0" r="0" b="0"/>
          <a:pathLst>
            <a:path>
              <a:moveTo>
                <a:pt x="0" y="45720"/>
              </a:moveTo>
              <a:lnTo>
                <a:pt x="667342"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57014" y="912848"/>
        <a:ext cx="34897" cy="6979"/>
      </dsp:txXfrm>
    </dsp:sp>
    <dsp:sp modelId="{05C76CC1-E7E5-4768-9EEA-5E367316A901}">
      <dsp:nvSpPr>
        <dsp:cNvPr id="0" name=""/>
        <dsp:cNvSpPr/>
      </dsp:nvSpPr>
      <dsp:spPr>
        <a:xfrm>
          <a:off x="8061" y="5979"/>
          <a:ext cx="3034531" cy="182071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666750">
            <a:lnSpc>
              <a:spcPct val="90000"/>
            </a:lnSpc>
            <a:spcBef>
              <a:spcPct val="0"/>
            </a:spcBef>
            <a:spcAft>
              <a:spcPct val="35000"/>
            </a:spcAft>
            <a:buNone/>
          </a:pPr>
          <a:r>
            <a:rPr lang="en-US" sz="1500" kern="1200" dirty="0"/>
            <a:t>2. </a:t>
          </a:r>
          <a:r>
            <a:rPr lang="en-SE" sz="1500" kern="1200" dirty="0"/>
            <a:t>Wrapper Methods (Trying Different Feature Combinations)</a:t>
          </a:r>
          <a:endParaRPr lang="en-US" sz="1500" kern="1200" dirty="0"/>
        </a:p>
      </dsp:txBody>
      <dsp:txXfrm>
        <a:off x="8061" y="5979"/>
        <a:ext cx="3034531" cy="1820718"/>
      </dsp:txXfrm>
    </dsp:sp>
    <dsp:sp modelId="{C519308E-C024-48A0-9EC8-3B18B3FB805F}">
      <dsp:nvSpPr>
        <dsp:cNvPr id="0" name=""/>
        <dsp:cNvSpPr/>
      </dsp:nvSpPr>
      <dsp:spPr>
        <a:xfrm>
          <a:off x="6773265" y="870618"/>
          <a:ext cx="667342" cy="91440"/>
        </a:xfrm>
        <a:custGeom>
          <a:avLst/>
          <a:gdLst/>
          <a:ahLst/>
          <a:cxnLst/>
          <a:rect l="0" t="0" r="0" b="0"/>
          <a:pathLst>
            <a:path>
              <a:moveTo>
                <a:pt x="0" y="45720"/>
              </a:moveTo>
              <a:lnTo>
                <a:pt x="667342"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089488" y="912848"/>
        <a:ext cx="34897" cy="6979"/>
      </dsp:txXfrm>
    </dsp:sp>
    <dsp:sp modelId="{8E168630-A9C4-4A39-86F4-9844807E348D}">
      <dsp:nvSpPr>
        <dsp:cNvPr id="0" name=""/>
        <dsp:cNvSpPr/>
      </dsp:nvSpPr>
      <dsp:spPr>
        <a:xfrm>
          <a:off x="3740534" y="5979"/>
          <a:ext cx="3034531" cy="182071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666750">
            <a:lnSpc>
              <a:spcPct val="90000"/>
            </a:lnSpc>
            <a:spcBef>
              <a:spcPct val="0"/>
            </a:spcBef>
            <a:spcAft>
              <a:spcPct val="35000"/>
            </a:spcAft>
            <a:buNone/>
          </a:pPr>
          <a:r>
            <a:rPr lang="en-SE" sz="1500" kern="1200" dirty="0"/>
            <a:t>These methods use a model to test different feature sets and see which work best.</a:t>
          </a:r>
          <a:endParaRPr lang="en-US" sz="1500" kern="1200" dirty="0"/>
        </a:p>
      </dsp:txBody>
      <dsp:txXfrm>
        <a:off x="3740534" y="5979"/>
        <a:ext cx="3034531" cy="1820718"/>
      </dsp:txXfrm>
    </dsp:sp>
    <dsp:sp modelId="{B54FE8DA-B661-4F0A-BD8B-0DF25CBCA9D4}">
      <dsp:nvSpPr>
        <dsp:cNvPr id="0" name=""/>
        <dsp:cNvSpPr/>
      </dsp:nvSpPr>
      <dsp:spPr>
        <a:xfrm>
          <a:off x="1525326" y="1824897"/>
          <a:ext cx="7464946" cy="667342"/>
        </a:xfrm>
        <a:custGeom>
          <a:avLst/>
          <a:gdLst/>
          <a:ahLst/>
          <a:cxnLst/>
          <a:rect l="0" t="0" r="0" b="0"/>
          <a:pathLst>
            <a:path>
              <a:moveTo>
                <a:pt x="7464946" y="0"/>
              </a:moveTo>
              <a:lnTo>
                <a:pt x="7464946" y="350771"/>
              </a:lnTo>
              <a:lnTo>
                <a:pt x="0" y="350771"/>
              </a:lnTo>
              <a:lnTo>
                <a:pt x="0" y="667342"/>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70362" y="2155079"/>
        <a:ext cx="374875" cy="6979"/>
      </dsp:txXfrm>
    </dsp:sp>
    <dsp:sp modelId="{84A522FA-2D86-433F-B895-839D5F439E81}">
      <dsp:nvSpPr>
        <dsp:cNvPr id="0" name=""/>
        <dsp:cNvSpPr/>
      </dsp:nvSpPr>
      <dsp:spPr>
        <a:xfrm>
          <a:off x="7473007" y="5979"/>
          <a:ext cx="3034531" cy="182071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666750">
            <a:lnSpc>
              <a:spcPct val="90000"/>
            </a:lnSpc>
            <a:spcBef>
              <a:spcPct val="0"/>
            </a:spcBef>
            <a:spcAft>
              <a:spcPct val="35000"/>
            </a:spcAft>
            <a:buNone/>
          </a:pPr>
          <a:r>
            <a:rPr lang="en-SE" sz="1500" kern="1200" dirty="0"/>
            <a:t>Example: Imagine you’re packing for a trip. You try different sets of clothes to see what fits best in your suitcase.</a:t>
          </a:r>
          <a:endParaRPr lang="en-US" sz="1500" kern="1200" dirty="0"/>
        </a:p>
      </dsp:txBody>
      <dsp:txXfrm>
        <a:off x="7473007" y="5979"/>
        <a:ext cx="3034531" cy="1820718"/>
      </dsp:txXfrm>
    </dsp:sp>
    <dsp:sp modelId="{7C5D458F-8670-4816-B909-9AFA5DBD4A55}">
      <dsp:nvSpPr>
        <dsp:cNvPr id="0" name=""/>
        <dsp:cNvSpPr/>
      </dsp:nvSpPr>
      <dsp:spPr>
        <a:xfrm>
          <a:off x="3040792" y="3389279"/>
          <a:ext cx="667342" cy="91440"/>
        </a:xfrm>
        <a:custGeom>
          <a:avLst/>
          <a:gdLst/>
          <a:ahLst/>
          <a:cxnLst/>
          <a:rect l="0" t="0" r="0" b="0"/>
          <a:pathLst>
            <a:path>
              <a:moveTo>
                <a:pt x="0" y="45720"/>
              </a:moveTo>
              <a:lnTo>
                <a:pt x="667342"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57014" y="3431509"/>
        <a:ext cx="34897" cy="6979"/>
      </dsp:txXfrm>
    </dsp:sp>
    <dsp:sp modelId="{2B7C2D73-A78D-4F3C-8BD5-E3833DB9D9A7}">
      <dsp:nvSpPr>
        <dsp:cNvPr id="0" name=""/>
        <dsp:cNvSpPr/>
      </dsp:nvSpPr>
      <dsp:spPr>
        <a:xfrm>
          <a:off x="8061" y="2524640"/>
          <a:ext cx="3034531" cy="182071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666750">
            <a:lnSpc>
              <a:spcPct val="90000"/>
            </a:lnSpc>
            <a:spcBef>
              <a:spcPct val="0"/>
            </a:spcBef>
            <a:spcAft>
              <a:spcPct val="35000"/>
            </a:spcAft>
            <a:buNone/>
          </a:pPr>
          <a:r>
            <a:rPr lang="en-SE" sz="1500" kern="1200" dirty="0"/>
            <a:t>Technique Used:</a:t>
          </a:r>
          <a:endParaRPr lang="en-US" sz="1500" kern="1200" dirty="0"/>
        </a:p>
      </dsp:txBody>
      <dsp:txXfrm>
        <a:off x="8061" y="2524640"/>
        <a:ext cx="3034531" cy="1820718"/>
      </dsp:txXfrm>
    </dsp:sp>
    <dsp:sp modelId="{C08AB93B-E340-4114-A26B-605A66CBBB40}">
      <dsp:nvSpPr>
        <dsp:cNvPr id="0" name=""/>
        <dsp:cNvSpPr/>
      </dsp:nvSpPr>
      <dsp:spPr>
        <a:xfrm>
          <a:off x="3740534" y="2524640"/>
          <a:ext cx="3034531" cy="182071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666750">
            <a:lnSpc>
              <a:spcPct val="90000"/>
            </a:lnSpc>
            <a:spcBef>
              <a:spcPct val="0"/>
            </a:spcBef>
            <a:spcAft>
              <a:spcPct val="35000"/>
            </a:spcAft>
            <a:buNone/>
          </a:pPr>
          <a:r>
            <a:rPr lang="en-SE" sz="1500" kern="1200" dirty="0"/>
            <a:t>Recursive Feature Elimination (RFE): Starts with all features, removes the least useful one, checks the model's performance, and repeats the process until only the best features remain.</a:t>
          </a:r>
          <a:endParaRPr lang="en-US" sz="1500" kern="1200" dirty="0"/>
        </a:p>
      </dsp:txBody>
      <dsp:txXfrm>
        <a:off x="3740534" y="2524640"/>
        <a:ext cx="3034531" cy="182071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BB7E9D-8ECE-4666-8AE0-8DDFC809E64B}">
      <dsp:nvSpPr>
        <dsp:cNvPr id="0" name=""/>
        <dsp:cNvSpPr/>
      </dsp:nvSpPr>
      <dsp:spPr>
        <a:xfrm>
          <a:off x="3364992" y="1195"/>
          <a:ext cx="3785616" cy="69583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SE" sz="1200" kern="1200" dirty="0"/>
            <a:t>3. Embedded Methods (Letting the Model Decide Important Features)</a:t>
          </a:r>
          <a:endParaRPr lang="en-US" sz="1200" kern="1200" dirty="0"/>
        </a:p>
      </dsp:txBody>
      <dsp:txXfrm>
        <a:off x="3398960" y="35163"/>
        <a:ext cx="3717680" cy="627895"/>
      </dsp:txXfrm>
    </dsp:sp>
    <dsp:sp modelId="{2AAEC28D-7A5F-447A-93D4-8DB556B747D3}">
      <dsp:nvSpPr>
        <dsp:cNvPr id="0" name=""/>
        <dsp:cNvSpPr/>
      </dsp:nvSpPr>
      <dsp:spPr>
        <a:xfrm>
          <a:off x="3364992" y="731818"/>
          <a:ext cx="3785616" cy="695831"/>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SE" sz="1200" kern="1200"/>
            <a:t>These methods let the model figure out which features matter most while training.</a:t>
          </a:r>
          <a:endParaRPr lang="en-US" sz="1200" kern="1200"/>
        </a:p>
      </dsp:txBody>
      <dsp:txXfrm>
        <a:off x="3398960" y="765786"/>
        <a:ext cx="3717680" cy="627895"/>
      </dsp:txXfrm>
    </dsp:sp>
    <dsp:sp modelId="{70AB9B58-4CBF-4300-B4A2-2740E4796C46}">
      <dsp:nvSpPr>
        <dsp:cNvPr id="0" name=""/>
        <dsp:cNvSpPr/>
      </dsp:nvSpPr>
      <dsp:spPr>
        <a:xfrm>
          <a:off x="3364992" y="1462441"/>
          <a:ext cx="3785616" cy="695831"/>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SE" sz="1200" kern="1200"/>
            <a:t>Example: A teacher gives students a test and later checks which questions helped most in grading their performance.</a:t>
          </a:r>
          <a:endParaRPr lang="en-US" sz="1200" kern="1200"/>
        </a:p>
      </dsp:txBody>
      <dsp:txXfrm>
        <a:off x="3398960" y="1496409"/>
        <a:ext cx="3717680" cy="627895"/>
      </dsp:txXfrm>
    </dsp:sp>
    <dsp:sp modelId="{061E16DB-274A-441E-BC71-FE970E16AC6C}">
      <dsp:nvSpPr>
        <dsp:cNvPr id="0" name=""/>
        <dsp:cNvSpPr/>
      </dsp:nvSpPr>
      <dsp:spPr>
        <a:xfrm>
          <a:off x="3364992" y="2193064"/>
          <a:ext cx="3785616" cy="695831"/>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SE" sz="1200" kern="1200"/>
            <a:t>Techniques Used:</a:t>
          </a:r>
          <a:endParaRPr lang="en-US" sz="1200" kern="1200"/>
        </a:p>
      </dsp:txBody>
      <dsp:txXfrm>
        <a:off x="3398960" y="2227032"/>
        <a:ext cx="3717680" cy="627895"/>
      </dsp:txXfrm>
    </dsp:sp>
    <dsp:sp modelId="{EAA7CE69-AC1A-4514-A5D3-408C26A17DE8}">
      <dsp:nvSpPr>
        <dsp:cNvPr id="0" name=""/>
        <dsp:cNvSpPr/>
      </dsp:nvSpPr>
      <dsp:spPr>
        <a:xfrm>
          <a:off x="3364992" y="2923688"/>
          <a:ext cx="3785616" cy="695831"/>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SE" sz="1200" kern="1200"/>
            <a:t>LASSO (L1 Penalty): A method that makes the model automatically ignore unimportant features.</a:t>
          </a:r>
          <a:endParaRPr lang="en-US" sz="1200" kern="1200" dirty="0"/>
        </a:p>
      </dsp:txBody>
      <dsp:txXfrm>
        <a:off x="3398960" y="2957656"/>
        <a:ext cx="3717680" cy="627895"/>
      </dsp:txXfrm>
    </dsp:sp>
    <dsp:sp modelId="{86192458-5BF7-4D4B-80FB-157CC8143D7B}">
      <dsp:nvSpPr>
        <dsp:cNvPr id="0" name=""/>
        <dsp:cNvSpPr/>
      </dsp:nvSpPr>
      <dsp:spPr>
        <a:xfrm>
          <a:off x="3364992" y="3654311"/>
          <a:ext cx="3785616" cy="69583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SE" sz="1200" kern="1200"/>
            <a:t>Tree-Based Models (Random Forests): These models can tell us which features are most important by checking how often they are used in decision-making.</a:t>
          </a:r>
          <a:endParaRPr lang="en-US" sz="1200" kern="1200"/>
        </a:p>
      </dsp:txBody>
      <dsp:txXfrm>
        <a:off x="3398960" y="3688279"/>
        <a:ext cx="3717680" cy="627895"/>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BB1508-FBD2-499A-9AC2-0601F8027964}" type="datetimeFigureOut">
              <a:rPr lang="en-SE" smtClean="0"/>
              <a:t>2025-07-07</a:t>
            </a:fld>
            <a:endParaRPr lang="en-S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294302-D97D-465C-A4FE-7B36DC3306DD}" type="slidenum">
              <a:rPr lang="en-SE" smtClean="0"/>
              <a:t>‹#›</a:t>
            </a:fld>
            <a:endParaRPr lang="en-SE"/>
          </a:p>
        </p:txBody>
      </p:sp>
    </p:spTree>
    <p:extLst>
      <p:ext uri="{BB962C8B-B14F-4D97-AF65-F5344CB8AC3E}">
        <p14:creationId xmlns:p14="http://schemas.microsoft.com/office/powerpoint/2010/main" val="35734383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B06215-D8B4-4B48-8AAB-FC3759915247}"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26493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18294302-D97D-465C-A4FE-7B36DC3306DD}" type="slidenum">
              <a:rPr lang="en-SE" smtClean="0"/>
              <a:t>2</a:t>
            </a:fld>
            <a:endParaRPr lang="en-SE"/>
          </a:p>
        </p:txBody>
      </p:sp>
    </p:spTree>
    <p:extLst>
      <p:ext uri="{BB962C8B-B14F-4D97-AF65-F5344CB8AC3E}">
        <p14:creationId xmlns:p14="http://schemas.microsoft.com/office/powerpoint/2010/main" val="38317970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18294302-D97D-465C-A4FE-7B36DC3306DD}" type="slidenum">
              <a:rPr lang="en-SE" smtClean="0"/>
              <a:t>3</a:t>
            </a:fld>
            <a:endParaRPr lang="en-SE"/>
          </a:p>
        </p:txBody>
      </p:sp>
    </p:spTree>
    <p:extLst>
      <p:ext uri="{BB962C8B-B14F-4D97-AF65-F5344CB8AC3E}">
        <p14:creationId xmlns:p14="http://schemas.microsoft.com/office/powerpoint/2010/main" val="36861212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18294302-D97D-465C-A4FE-7B36DC3306DD}" type="slidenum">
              <a:rPr lang="en-SE" smtClean="0"/>
              <a:t>4</a:t>
            </a:fld>
            <a:endParaRPr lang="en-SE"/>
          </a:p>
        </p:txBody>
      </p:sp>
    </p:spTree>
    <p:extLst>
      <p:ext uri="{BB962C8B-B14F-4D97-AF65-F5344CB8AC3E}">
        <p14:creationId xmlns:p14="http://schemas.microsoft.com/office/powerpoint/2010/main" val="30811069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18294302-D97D-465C-A4FE-7B36DC3306DD}" type="slidenum">
              <a:rPr lang="en-SE" smtClean="0"/>
              <a:t>5</a:t>
            </a:fld>
            <a:endParaRPr lang="en-SE"/>
          </a:p>
        </p:txBody>
      </p:sp>
    </p:spTree>
    <p:extLst>
      <p:ext uri="{BB962C8B-B14F-4D97-AF65-F5344CB8AC3E}">
        <p14:creationId xmlns:p14="http://schemas.microsoft.com/office/powerpoint/2010/main" val="11799333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18294302-D97D-465C-A4FE-7B36DC3306DD}" type="slidenum">
              <a:rPr lang="en-SE" smtClean="0"/>
              <a:t>6</a:t>
            </a:fld>
            <a:endParaRPr lang="en-SE"/>
          </a:p>
        </p:txBody>
      </p:sp>
    </p:spTree>
    <p:extLst>
      <p:ext uri="{BB962C8B-B14F-4D97-AF65-F5344CB8AC3E}">
        <p14:creationId xmlns:p14="http://schemas.microsoft.com/office/powerpoint/2010/main" val="14347627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18294302-D97D-465C-A4FE-7B36DC3306DD}" type="slidenum">
              <a:rPr lang="en-SE" smtClean="0"/>
              <a:t>7</a:t>
            </a:fld>
            <a:endParaRPr lang="en-SE"/>
          </a:p>
        </p:txBody>
      </p:sp>
    </p:spTree>
    <p:extLst>
      <p:ext uri="{BB962C8B-B14F-4D97-AF65-F5344CB8AC3E}">
        <p14:creationId xmlns:p14="http://schemas.microsoft.com/office/powerpoint/2010/main" val="31425092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dirty="0"/>
          </a:p>
        </p:txBody>
      </p:sp>
      <p:sp>
        <p:nvSpPr>
          <p:cNvPr id="4" name="Slide Number Placeholder 3"/>
          <p:cNvSpPr>
            <a:spLocks noGrp="1"/>
          </p:cNvSpPr>
          <p:nvPr>
            <p:ph type="sldNum" sz="quarter" idx="5"/>
          </p:nvPr>
        </p:nvSpPr>
        <p:spPr/>
        <p:txBody>
          <a:bodyPr/>
          <a:lstStyle/>
          <a:p>
            <a:fld id="{18294302-D97D-465C-A4FE-7B36DC3306DD}" type="slidenum">
              <a:rPr lang="en-SE" smtClean="0"/>
              <a:t>8</a:t>
            </a:fld>
            <a:endParaRPr lang="en-SE"/>
          </a:p>
        </p:txBody>
      </p:sp>
    </p:spTree>
    <p:extLst>
      <p:ext uri="{BB962C8B-B14F-4D97-AF65-F5344CB8AC3E}">
        <p14:creationId xmlns:p14="http://schemas.microsoft.com/office/powerpoint/2010/main" val="24651560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18294302-D97D-465C-A4FE-7B36DC3306DD}" type="slidenum">
              <a:rPr lang="en-SE" smtClean="0"/>
              <a:t>9</a:t>
            </a:fld>
            <a:endParaRPr lang="en-SE"/>
          </a:p>
        </p:txBody>
      </p:sp>
    </p:spTree>
    <p:extLst>
      <p:ext uri="{BB962C8B-B14F-4D97-AF65-F5344CB8AC3E}">
        <p14:creationId xmlns:p14="http://schemas.microsoft.com/office/powerpoint/2010/main" val="42649191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18294302-D97D-465C-A4FE-7B36DC3306DD}" type="slidenum">
              <a:rPr lang="en-SE" smtClean="0"/>
              <a:t>10</a:t>
            </a:fld>
            <a:endParaRPr lang="en-SE"/>
          </a:p>
        </p:txBody>
      </p:sp>
    </p:spTree>
    <p:extLst>
      <p:ext uri="{BB962C8B-B14F-4D97-AF65-F5344CB8AC3E}">
        <p14:creationId xmlns:p14="http://schemas.microsoft.com/office/powerpoint/2010/main" val="33593537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18294302-D97D-465C-A4FE-7B36DC3306DD}" type="slidenum">
              <a:rPr lang="en-SE" smtClean="0"/>
              <a:t>11</a:t>
            </a:fld>
            <a:endParaRPr lang="en-SE"/>
          </a:p>
        </p:txBody>
      </p:sp>
    </p:spTree>
    <p:extLst>
      <p:ext uri="{BB962C8B-B14F-4D97-AF65-F5344CB8AC3E}">
        <p14:creationId xmlns:p14="http://schemas.microsoft.com/office/powerpoint/2010/main" val="22806209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18294302-D97D-465C-A4FE-7B36DC3306DD}" type="slidenum">
              <a:rPr lang="en-SE" smtClean="0"/>
              <a:t>13</a:t>
            </a:fld>
            <a:endParaRPr lang="en-SE"/>
          </a:p>
        </p:txBody>
      </p:sp>
    </p:spTree>
    <p:extLst>
      <p:ext uri="{BB962C8B-B14F-4D97-AF65-F5344CB8AC3E}">
        <p14:creationId xmlns:p14="http://schemas.microsoft.com/office/powerpoint/2010/main" val="13078331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18294302-D97D-465C-A4FE-7B36DC3306DD}" type="slidenum">
              <a:rPr lang="en-SE" smtClean="0"/>
              <a:t>14</a:t>
            </a:fld>
            <a:endParaRPr lang="en-SE"/>
          </a:p>
        </p:txBody>
      </p:sp>
    </p:spTree>
    <p:extLst>
      <p:ext uri="{BB962C8B-B14F-4D97-AF65-F5344CB8AC3E}">
        <p14:creationId xmlns:p14="http://schemas.microsoft.com/office/powerpoint/2010/main" val="9446547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18294302-D97D-465C-A4FE-7B36DC3306DD}" type="slidenum">
              <a:rPr lang="en-SE" smtClean="0"/>
              <a:t>15</a:t>
            </a:fld>
            <a:endParaRPr lang="en-SE"/>
          </a:p>
        </p:txBody>
      </p:sp>
    </p:spTree>
    <p:extLst>
      <p:ext uri="{BB962C8B-B14F-4D97-AF65-F5344CB8AC3E}">
        <p14:creationId xmlns:p14="http://schemas.microsoft.com/office/powerpoint/2010/main" val="30008045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p>
        </p:txBody>
      </p:sp>
      <p:sp>
        <p:nvSpPr>
          <p:cNvPr id="4" name="Slide Number Placeholder 3"/>
          <p:cNvSpPr>
            <a:spLocks noGrp="1"/>
          </p:cNvSpPr>
          <p:nvPr>
            <p:ph type="sldNum" sz="quarter" idx="5"/>
          </p:nvPr>
        </p:nvSpPr>
        <p:spPr/>
        <p:txBody>
          <a:bodyPr/>
          <a:lstStyle/>
          <a:p>
            <a:fld id="{18294302-D97D-465C-A4FE-7B36DC3306DD}" type="slidenum">
              <a:rPr lang="en-SE" smtClean="0"/>
              <a:t>16</a:t>
            </a:fld>
            <a:endParaRPr lang="en-SE"/>
          </a:p>
        </p:txBody>
      </p:sp>
    </p:spTree>
    <p:extLst>
      <p:ext uri="{BB962C8B-B14F-4D97-AF65-F5344CB8AC3E}">
        <p14:creationId xmlns:p14="http://schemas.microsoft.com/office/powerpoint/2010/main" val="2703717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18294302-D97D-465C-A4FE-7B36DC3306DD}" type="slidenum">
              <a:rPr lang="en-SE" smtClean="0"/>
              <a:t>17</a:t>
            </a:fld>
            <a:endParaRPr lang="en-SE"/>
          </a:p>
        </p:txBody>
      </p:sp>
    </p:spTree>
    <p:extLst>
      <p:ext uri="{BB962C8B-B14F-4D97-AF65-F5344CB8AC3E}">
        <p14:creationId xmlns:p14="http://schemas.microsoft.com/office/powerpoint/2010/main" val="39736779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18294302-D97D-465C-A4FE-7B36DC3306DD}" type="slidenum">
              <a:rPr lang="en-SE" smtClean="0"/>
              <a:t>18</a:t>
            </a:fld>
            <a:endParaRPr lang="en-SE"/>
          </a:p>
        </p:txBody>
      </p:sp>
    </p:spTree>
    <p:extLst>
      <p:ext uri="{BB962C8B-B14F-4D97-AF65-F5344CB8AC3E}">
        <p14:creationId xmlns:p14="http://schemas.microsoft.com/office/powerpoint/2010/main" val="7246198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18294302-D97D-465C-A4FE-7B36DC3306DD}" type="slidenum">
              <a:rPr lang="en-SE" smtClean="0"/>
              <a:t>19</a:t>
            </a:fld>
            <a:endParaRPr lang="en-SE"/>
          </a:p>
        </p:txBody>
      </p:sp>
    </p:spTree>
    <p:extLst>
      <p:ext uri="{BB962C8B-B14F-4D97-AF65-F5344CB8AC3E}">
        <p14:creationId xmlns:p14="http://schemas.microsoft.com/office/powerpoint/2010/main" val="33121095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18294302-D97D-465C-A4FE-7B36DC3306DD}" type="slidenum">
              <a:rPr lang="en-SE" smtClean="0"/>
              <a:t>20</a:t>
            </a:fld>
            <a:endParaRPr lang="en-SE"/>
          </a:p>
        </p:txBody>
      </p:sp>
    </p:spTree>
    <p:extLst>
      <p:ext uri="{BB962C8B-B14F-4D97-AF65-F5344CB8AC3E}">
        <p14:creationId xmlns:p14="http://schemas.microsoft.com/office/powerpoint/2010/main" val="42178651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18294302-D97D-465C-A4FE-7B36DC3306DD}" type="slidenum">
              <a:rPr lang="en-SE" smtClean="0"/>
              <a:t>21</a:t>
            </a:fld>
            <a:endParaRPr lang="en-SE"/>
          </a:p>
        </p:txBody>
      </p:sp>
    </p:spTree>
    <p:extLst>
      <p:ext uri="{BB962C8B-B14F-4D97-AF65-F5344CB8AC3E}">
        <p14:creationId xmlns:p14="http://schemas.microsoft.com/office/powerpoint/2010/main" val="35297215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18294302-D97D-465C-A4FE-7B36DC3306DD}" type="slidenum">
              <a:rPr lang="en-SE" smtClean="0"/>
              <a:t>22</a:t>
            </a:fld>
            <a:endParaRPr lang="en-SE"/>
          </a:p>
        </p:txBody>
      </p:sp>
    </p:spTree>
    <p:extLst>
      <p:ext uri="{BB962C8B-B14F-4D97-AF65-F5344CB8AC3E}">
        <p14:creationId xmlns:p14="http://schemas.microsoft.com/office/powerpoint/2010/main" val="2034557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18294302-D97D-465C-A4FE-7B36DC3306DD}" type="slidenum">
              <a:rPr lang="en-SE" smtClean="0"/>
              <a:t>23</a:t>
            </a:fld>
            <a:endParaRPr lang="en-SE"/>
          </a:p>
        </p:txBody>
      </p:sp>
    </p:spTree>
    <p:extLst>
      <p:ext uri="{BB962C8B-B14F-4D97-AF65-F5344CB8AC3E}">
        <p14:creationId xmlns:p14="http://schemas.microsoft.com/office/powerpoint/2010/main" val="3532705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18294302-D97D-465C-A4FE-7B36DC3306DD}" type="slidenum">
              <a:rPr lang="en-SE" smtClean="0"/>
              <a:t>24</a:t>
            </a:fld>
            <a:endParaRPr lang="en-SE"/>
          </a:p>
        </p:txBody>
      </p:sp>
    </p:spTree>
    <p:extLst>
      <p:ext uri="{BB962C8B-B14F-4D97-AF65-F5344CB8AC3E}">
        <p14:creationId xmlns:p14="http://schemas.microsoft.com/office/powerpoint/2010/main" val="25399644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5" Type="http://schemas.openxmlformats.org/officeDocument/2006/relationships/image" Target="../media/image1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16.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86B6F-40EA-0976-0607-D2613FE0590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E"/>
          </a:p>
        </p:txBody>
      </p:sp>
      <p:sp>
        <p:nvSpPr>
          <p:cNvPr id="3" name="Subtitle 2">
            <a:extLst>
              <a:ext uri="{FF2B5EF4-FFF2-40B4-BE49-F238E27FC236}">
                <a16:creationId xmlns:a16="http://schemas.microsoft.com/office/drawing/2014/main" id="{F6E40627-6BF9-7C1C-ACAF-EC8A20EB79F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E"/>
          </a:p>
        </p:txBody>
      </p:sp>
      <p:sp>
        <p:nvSpPr>
          <p:cNvPr id="4" name="Date Placeholder 3">
            <a:extLst>
              <a:ext uri="{FF2B5EF4-FFF2-40B4-BE49-F238E27FC236}">
                <a16:creationId xmlns:a16="http://schemas.microsoft.com/office/drawing/2014/main" id="{7AB7FCFF-79AC-4305-D197-E9E29D0F7755}"/>
              </a:ext>
            </a:extLst>
          </p:cNvPr>
          <p:cNvSpPr>
            <a:spLocks noGrp="1"/>
          </p:cNvSpPr>
          <p:nvPr>
            <p:ph type="dt" sz="half" idx="10"/>
          </p:nvPr>
        </p:nvSpPr>
        <p:spPr/>
        <p:txBody>
          <a:bodyPr/>
          <a:lstStyle/>
          <a:p>
            <a:fld id="{8EBD5B59-E80F-4EEC-BA8E-A3F204D5F4C4}" type="datetimeFigureOut">
              <a:rPr lang="en-SE" smtClean="0"/>
              <a:t>2025-07-07</a:t>
            </a:fld>
            <a:endParaRPr lang="en-SE"/>
          </a:p>
        </p:txBody>
      </p:sp>
      <p:sp>
        <p:nvSpPr>
          <p:cNvPr id="5" name="Footer Placeholder 4">
            <a:extLst>
              <a:ext uri="{FF2B5EF4-FFF2-40B4-BE49-F238E27FC236}">
                <a16:creationId xmlns:a16="http://schemas.microsoft.com/office/drawing/2014/main" id="{55D5126B-201E-8C4E-98EF-C5A9FAD4518F}"/>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33A980E3-F1DD-7BF6-1C5E-92438D355AA6}"/>
              </a:ext>
            </a:extLst>
          </p:cNvPr>
          <p:cNvSpPr>
            <a:spLocks noGrp="1"/>
          </p:cNvSpPr>
          <p:nvPr>
            <p:ph type="sldNum" sz="quarter" idx="12"/>
          </p:nvPr>
        </p:nvSpPr>
        <p:spPr/>
        <p:txBody>
          <a:bodyPr/>
          <a:lstStyle/>
          <a:p>
            <a:fld id="{8FBDE80E-AB69-4774-BB8A-5410CF043187}" type="slidenum">
              <a:rPr lang="en-SE" smtClean="0"/>
              <a:t>‹#›</a:t>
            </a:fld>
            <a:endParaRPr lang="en-SE"/>
          </a:p>
        </p:txBody>
      </p:sp>
    </p:spTree>
    <p:extLst>
      <p:ext uri="{BB962C8B-B14F-4D97-AF65-F5344CB8AC3E}">
        <p14:creationId xmlns:p14="http://schemas.microsoft.com/office/powerpoint/2010/main" val="38031040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E3A7F-9D6A-477B-7E94-B037B8F6C86E}"/>
              </a:ext>
            </a:extLst>
          </p:cNvPr>
          <p:cNvSpPr>
            <a:spLocks noGrp="1"/>
          </p:cNvSpPr>
          <p:nvPr>
            <p:ph type="title"/>
          </p:nvPr>
        </p:nvSpPr>
        <p:spPr/>
        <p:txBody>
          <a:bodyPr/>
          <a:lstStyle/>
          <a:p>
            <a:r>
              <a:rPr lang="en-US"/>
              <a:t>Click to edit Master title style</a:t>
            </a:r>
            <a:endParaRPr lang="en-SE"/>
          </a:p>
        </p:txBody>
      </p:sp>
      <p:sp>
        <p:nvSpPr>
          <p:cNvPr id="3" name="Content Placeholder 2">
            <a:extLst>
              <a:ext uri="{FF2B5EF4-FFF2-40B4-BE49-F238E27FC236}">
                <a16:creationId xmlns:a16="http://schemas.microsoft.com/office/drawing/2014/main" id="{7DBBAB13-9249-62B1-8AF7-61CC8D354C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Date Placeholder 3">
            <a:extLst>
              <a:ext uri="{FF2B5EF4-FFF2-40B4-BE49-F238E27FC236}">
                <a16:creationId xmlns:a16="http://schemas.microsoft.com/office/drawing/2014/main" id="{632197E2-1E7C-CCD8-E9A4-763B7197B2A5}"/>
              </a:ext>
            </a:extLst>
          </p:cNvPr>
          <p:cNvSpPr>
            <a:spLocks noGrp="1"/>
          </p:cNvSpPr>
          <p:nvPr>
            <p:ph type="dt" sz="half" idx="10"/>
          </p:nvPr>
        </p:nvSpPr>
        <p:spPr/>
        <p:txBody>
          <a:bodyPr/>
          <a:lstStyle/>
          <a:p>
            <a:fld id="{8EBD5B59-E80F-4EEC-BA8E-A3F204D5F4C4}" type="datetimeFigureOut">
              <a:rPr lang="en-SE" smtClean="0"/>
              <a:t>2025-07-07</a:t>
            </a:fld>
            <a:endParaRPr lang="en-SE"/>
          </a:p>
        </p:txBody>
      </p:sp>
      <p:sp>
        <p:nvSpPr>
          <p:cNvPr id="5" name="Footer Placeholder 4">
            <a:extLst>
              <a:ext uri="{FF2B5EF4-FFF2-40B4-BE49-F238E27FC236}">
                <a16:creationId xmlns:a16="http://schemas.microsoft.com/office/drawing/2014/main" id="{6CE7A182-8667-09E5-7E72-BD61C2902BD2}"/>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27688670-EED6-4726-4826-26BA9135504D}"/>
              </a:ext>
            </a:extLst>
          </p:cNvPr>
          <p:cNvSpPr>
            <a:spLocks noGrp="1"/>
          </p:cNvSpPr>
          <p:nvPr>
            <p:ph type="sldNum" sz="quarter" idx="12"/>
          </p:nvPr>
        </p:nvSpPr>
        <p:spPr/>
        <p:txBody>
          <a:bodyPr/>
          <a:lstStyle/>
          <a:p>
            <a:fld id="{8FBDE80E-AB69-4774-BB8A-5410CF043187}" type="slidenum">
              <a:rPr lang="en-SE" smtClean="0"/>
              <a:t>‹#›</a:t>
            </a:fld>
            <a:endParaRPr lang="en-SE"/>
          </a:p>
        </p:txBody>
      </p:sp>
    </p:spTree>
    <p:extLst>
      <p:ext uri="{BB962C8B-B14F-4D97-AF65-F5344CB8AC3E}">
        <p14:creationId xmlns:p14="http://schemas.microsoft.com/office/powerpoint/2010/main" val="2239131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990EF-42EE-CA19-82D0-08835B8D1F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E"/>
          </a:p>
        </p:txBody>
      </p:sp>
      <p:sp>
        <p:nvSpPr>
          <p:cNvPr id="3" name="Text Placeholder 2">
            <a:extLst>
              <a:ext uri="{FF2B5EF4-FFF2-40B4-BE49-F238E27FC236}">
                <a16:creationId xmlns:a16="http://schemas.microsoft.com/office/drawing/2014/main" id="{BAD48CCA-0B2A-474C-BAB2-24C7FDCA29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4F525C-66D7-59A0-FE68-5C26478529F7}"/>
              </a:ext>
            </a:extLst>
          </p:cNvPr>
          <p:cNvSpPr>
            <a:spLocks noGrp="1"/>
          </p:cNvSpPr>
          <p:nvPr>
            <p:ph type="dt" sz="half" idx="10"/>
          </p:nvPr>
        </p:nvSpPr>
        <p:spPr/>
        <p:txBody>
          <a:bodyPr/>
          <a:lstStyle/>
          <a:p>
            <a:fld id="{8EBD5B59-E80F-4EEC-BA8E-A3F204D5F4C4}" type="datetimeFigureOut">
              <a:rPr lang="en-SE" smtClean="0"/>
              <a:t>2025-07-07</a:t>
            </a:fld>
            <a:endParaRPr lang="en-SE"/>
          </a:p>
        </p:txBody>
      </p:sp>
      <p:sp>
        <p:nvSpPr>
          <p:cNvPr id="5" name="Footer Placeholder 4">
            <a:extLst>
              <a:ext uri="{FF2B5EF4-FFF2-40B4-BE49-F238E27FC236}">
                <a16:creationId xmlns:a16="http://schemas.microsoft.com/office/drawing/2014/main" id="{882F7E9A-3DE4-5EF2-A845-D89A004DAFA9}"/>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4B49F5BC-E06B-4F34-E414-014F35A41990}"/>
              </a:ext>
            </a:extLst>
          </p:cNvPr>
          <p:cNvSpPr>
            <a:spLocks noGrp="1"/>
          </p:cNvSpPr>
          <p:nvPr>
            <p:ph type="sldNum" sz="quarter" idx="12"/>
          </p:nvPr>
        </p:nvSpPr>
        <p:spPr/>
        <p:txBody>
          <a:bodyPr/>
          <a:lstStyle/>
          <a:p>
            <a:fld id="{8FBDE80E-AB69-4774-BB8A-5410CF043187}" type="slidenum">
              <a:rPr lang="en-SE" smtClean="0"/>
              <a:t>‹#›</a:t>
            </a:fld>
            <a:endParaRPr lang="en-SE"/>
          </a:p>
        </p:txBody>
      </p:sp>
    </p:spTree>
    <p:extLst>
      <p:ext uri="{BB962C8B-B14F-4D97-AF65-F5344CB8AC3E}">
        <p14:creationId xmlns:p14="http://schemas.microsoft.com/office/powerpoint/2010/main" val="672987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F0916-D48E-24DF-196E-78D601239C1F}"/>
              </a:ext>
            </a:extLst>
          </p:cNvPr>
          <p:cNvSpPr>
            <a:spLocks noGrp="1"/>
          </p:cNvSpPr>
          <p:nvPr>
            <p:ph type="title"/>
          </p:nvPr>
        </p:nvSpPr>
        <p:spPr/>
        <p:txBody>
          <a:bodyPr/>
          <a:lstStyle/>
          <a:p>
            <a:r>
              <a:rPr lang="en-US"/>
              <a:t>Click to edit Master title style</a:t>
            </a:r>
            <a:endParaRPr lang="en-SE"/>
          </a:p>
        </p:txBody>
      </p:sp>
      <p:sp>
        <p:nvSpPr>
          <p:cNvPr id="3" name="Content Placeholder 2">
            <a:extLst>
              <a:ext uri="{FF2B5EF4-FFF2-40B4-BE49-F238E27FC236}">
                <a16:creationId xmlns:a16="http://schemas.microsoft.com/office/drawing/2014/main" id="{343B39AD-077D-77D1-0F15-1FCE59905F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Content Placeholder 3">
            <a:extLst>
              <a:ext uri="{FF2B5EF4-FFF2-40B4-BE49-F238E27FC236}">
                <a16:creationId xmlns:a16="http://schemas.microsoft.com/office/drawing/2014/main" id="{06F17395-4BE3-EB81-D341-0E2F76218C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5" name="Date Placeholder 4">
            <a:extLst>
              <a:ext uri="{FF2B5EF4-FFF2-40B4-BE49-F238E27FC236}">
                <a16:creationId xmlns:a16="http://schemas.microsoft.com/office/drawing/2014/main" id="{D2F8A97D-713D-FF53-9B3B-396BEFA33D32}"/>
              </a:ext>
            </a:extLst>
          </p:cNvPr>
          <p:cNvSpPr>
            <a:spLocks noGrp="1"/>
          </p:cNvSpPr>
          <p:nvPr>
            <p:ph type="dt" sz="half" idx="10"/>
          </p:nvPr>
        </p:nvSpPr>
        <p:spPr/>
        <p:txBody>
          <a:bodyPr/>
          <a:lstStyle/>
          <a:p>
            <a:fld id="{8EBD5B59-E80F-4EEC-BA8E-A3F204D5F4C4}" type="datetimeFigureOut">
              <a:rPr lang="en-SE" smtClean="0"/>
              <a:t>2025-07-07</a:t>
            </a:fld>
            <a:endParaRPr lang="en-SE"/>
          </a:p>
        </p:txBody>
      </p:sp>
      <p:sp>
        <p:nvSpPr>
          <p:cNvPr id="6" name="Footer Placeholder 5">
            <a:extLst>
              <a:ext uri="{FF2B5EF4-FFF2-40B4-BE49-F238E27FC236}">
                <a16:creationId xmlns:a16="http://schemas.microsoft.com/office/drawing/2014/main" id="{748E93AA-B46E-036B-C131-A994F0847618}"/>
              </a:ext>
            </a:extLst>
          </p:cNvPr>
          <p:cNvSpPr>
            <a:spLocks noGrp="1"/>
          </p:cNvSpPr>
          <p:nvPr>
            <p:ph type="ftr" sz="quarter" idx="11"/>
          </p:nvPr>
        </p:nvSpPr>
        <p:spPr/>
        <p:txBody>
          <a:bodyPr/>
          <a:lstStyle/>
          <a:p>
            <a:endParaRPr lang="en-SE"/>
          </a:p>
        </p:txBody>
      </p:sp>
      <p:sp>
        <p:nvSpPr>
          <p:cNvPr id="7" name="Slide Number Placeholder 6">
            <a:extLst>
              <a:ext uri="{FF2B5EF4-FFF2-40B4-BE49-F238E27FC236}">
                <a16:creationId xmlns:a16="http://schemas.microsoft.com/office/drawing/2014/main" id="{57359CE7-A005-6C40-EF39-F920822F85CC}"/>
              </a:ext>
            </a:extLst>
          </p:cNvPr>
          <p:cNvSpPr>
            <a:spLocks noGrp="1"/>
          </p:cNvSpPr>
          <p:nvPr>
            <p:ph type="sldNum" sz="quarter" idx="12"/>
          </p:nvPr>
        </p:nvSpPr>
        <p:spPr/>
        <p:txBody>
          <a:bodyPr/>
          <a:lstStyle/>
          <a:p>
            <a:fld id="{8FBDE80E-AB69-4774-BB8A-5410CF043187}" type="slidenum">
              <a:rPr lang="en-SE" smtClean="0"/>
              <a:t>‹#›</a:t>
            </a:fld>
            <a:endParaRPr lang="en-SE"/>
          </a:p>
        </p:txBody>
      </p:sp>
    </p:spTree>
    <p:extLst>
      <p:ext uri="{BB962C8B-B14F-4D97-AF65-F5344CB8AC3E}">
        <p14:creationId xmlns:p14="http://schemas.microsoft.com/office/powerpoint/2010/main" val="1447848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62661-9A7A-708B-C2AA-2D44F43DA9F1}"/>
              </a:ext>
            </a:extLst>
          </p:cNvPr>
          <p:cNvSpPr>
            <a:spLocks noGrp="1"/>
          </p:cNvSpPr>
          <p:nvPr>
            <p:ph type="title"/>
          </p:nvPr>
        </p:nvSpPr>
        <p:spPr>
          <a:xfrm>
            <a:off x="839788" y="365125"/>
            <a:ext cx="10515600" cy="1325563"/>
          </a:xfrm>
        </p:spPr>
        <p:txBody>
          <a:bodyPr/>
          <a:lstStyle/>
          <a:p>
            <a:r>
              <a:rPr lang="en-US"/>
              <a:t>Click to edit Master title style</a:t>
            </a:r>
            <a:endParaRPr lang="en-SE"/>
          </a:p>
        </p:txBody>
      </p:sp>
      <p:sp>
        <p:nvSpPr>
          <p:cNvPr id="3" name="Text Placeholder 2">
            <a:extLst>
              <a:ext uri="{FF2B5EF4-FFF2-40B4-BE49-F238E27FC236}">
                <a16:creationId xmlns:a16="http://schemas.microsoft.com/office/drawing/2014/main" id="{7D281BC6-C648-E3D0-AF5D-E315FD1B3A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73FFB8-F900-5018-094A-0A54AB2CD6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5" name="Text Placeholder 4">
            <a:extLst>
              <a:ext uri="{FF2B5EF4-FFF2-40B4-BE49-F238E27FC236}">
                <a16:creationId xmlns:a16="http://schemas.microsoft.com/office/drawing/2014/main" id="{C59CE917-5896-0C2D-2DC6-B45BF3CF03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524CFB-7000-487C-F2DD-4F4E873BDF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7" name="Date Placeholder 6">
            <a:extLst>
              <a:ext uri="{FF2B5EF4-FFF2-40B4-BE49-F238E27FC236}">
                <a16:creationId xmlns:a16="http://schemas.microsoft.com/office/drawing/2014/main" id="{BC624D8A-1680-A333-21EF-D0B95153CF22}"/>
              </a:ext>
            </a:extLst>
          </p:cNvPr>
          <p:cNvSpPr>
            <a:spLocks noGrp="1"/>
          </p:cNvSpPr>
          <p:nvPr>
            <p:ph type="dt" sz="half" idx="10"/>
          </p:nvPr>
        </p:nvSpPr>
        <p:spPr/>
        <p:txBody>
          <a:bodyPr/>
          <a:lstStyle/>
          <a:p>
            <a:fld id="{8EBD5B59-E80F-4EEC-BA8E-A3F204D5F4C4}" type="datetimeFigureOut">
              <a:rPr lang="en-SE" smtClean="0"/>
              <a:t>2025-07-07</a:t>
            </a:fld>
            <a:endParaRPr lang="en-SE"/>
          </a:p>
        </p:txBody>
      </p:sp>
      <p:sp>
        <p:nvSpPr>
          <p:cNvPr id="8" name="Footer Placeholder 7">
            <a:extLst>
              <a:ext uri="{FF2B5EF4-FFF2-40B4-BE49-F238E27FC236}">
                <a16:creationId xmlns:a16="http://schemas.microsoft.com/office/drawing/2014/main" id="{4846FD76-C7C2-95B5-59B5-C4AE3245D11C}"/>
              </a:ext>
            </a:extLst>
          </p:cNvPr>
          <p:cNvSpPr>
            <a:spLocks noGrp="1"/>
          </p:cNvSpPr>
          <p:nvPr>
            <p:ph type="ftr" sz="quarter" idx="11"/>
          </p:nvPr>
        </p:nvSpPr>
        <p:spPr/>
        <p:txBody>
          <a:bodyPr/>
          <a:lstStyle/>
          <a:p>
            <a:endParaRPr lang="en-SE"/>
          </a:p>
        </p:txBody>
      </p:sp>
      <p:sp>
        <p:nvSpPr>
          <p:cNvPr id="9" name="Slide Number Placeholder 8">
            <a:extLst>
              <a:ext uri="{FF2B5EF4-FFF2-40B4-BE49-F238E27FC236}">
                <a16:creationId xmlns:a16="http://schemas.microsoft.com/office/drawing/2014/main" id="{F7643E9F-5FC1-0A2B-6A56-F0DBBF9573AE}"/>
              </a:ext>
            </a:extLst>
          </p:cNvPr>
          <p:cNvSpPr>
            <a:spLocks noGrp="1"/>
          </p:cNvSpPr>
          <p:nvPr>
            <p:ph type="sldNum" sz="quarter" idx="12"/>
          </p:nvPr>
        </p:nvSpPr>
        <p:spPr/>
        <p:txBody>
          <a:bodyPr/>
          <a:lstStyle/>
          <a:p>
            <a:fld id="{8FBDE80E-AB69-4774-BB8A-5410CF043187}" type="slidenum">
              <a:rPr lang="en-SE" smtClean="0"/>
              <a:t>‹#›</a:t>
            </a:fld>
            <a:endParaRPr lang="en-SE"/>
          </a:p>
        </p:txBody>
      </p:sp>
    </p:spTree>
    <p:extLst>
      <p:ext uri="{BB962C8B-B14F-4D97-AF65-F5344CB8AC3E}">
        <p14:creationId xmlns:p14="http://schemas.microsoft.com/office/powerpoint/2010/main" val="3015074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91E7D-DCEA-4416-8E45-D1802695EA5A}"/>
              </a:ext>
            </a:extLst>
          </p:cNvPr>
          <p:cNvSpPr>
            <a:spLocks noGrp="1"/>
          </p:cNvSpPr>
          <p:nvPr>
            <p:ph type="title"/>
          </p:nvPr>
        </p:nvSpPr>
        <p:spPr/>
        <p:txBody>
          <a:bodyPr/>
          <a:lstStyle/>
          <a:p>
            <a:r>
              <a:rPr lang="en-US"/>
              <a:t>Click to edit Master title style</a:t>
            </a:r>
            <a:endParaRPr lang="en-SE"/>
          </a:p>
        </p:txBody>
      </p:sp>
      <p:sp>
        <p:nvSpPr>
          <p:cNvPr id="3" name="Date Placeholder 2">
            <a:extLst>
              <a:ext uri="{FF2B5EF4-FFF2-40B4-BE49-F238E27FC236}">
                <a16:creationId xmlns:a16="http://schemas.microsoft.com/office/drawing/2014/main" id="{1328B79B-F6F1-94B2-1FBE-B9870B967524}"/>
              </a:ext>
            </a:extLst>
          </p:cNvPr>
          <p:cNvSpPr>
            <a:spLocks noGrp="1"/>
          </p:cNvSpPr>
          <p:nvPr>
            <p:ph type="dt" sz="half" idx="10"/>
          </p:nvPr>
        </p:nvSpPr>
        <p:spPr/>
        <p:txBody>
          <a:bodyPr/>
          <a:lstStyle/>
          <a:p>
            <a:fld id="{8EBD5B59-E80F-4EEC-BA8E-A3F204D5F4C4}" type="datetimeFigureOut">
              <a:rPr lang="en-SE" smtClean="0"/>
              <a:t>2025-07-07</a:t>
            </a:fld>
            <a:endParaRPr lang="en-SE"/>
          </a:p>
        </p:txBody>
      </p:sp>
      <p:sp>
        <p:nvSpPr>
          <p:cNvPr id="4" name="Footer Placeholder 3">
            <a:extLst>
              <a:ext uri="{FF2B5EF4-FFF2-40B4-BE49-F238E27FC236}">
                <a16:creationId xmlns:a16="http://schemas.microsoft.com/office/drawing/2014/main" id="{74B82646-A3E6-41B3-D89D-9BF2F4621BAD}"/>
              </a:ext>
            </a:extLst>
          </p:cNvPr>
          <p:cNvSpPr>
            <a:spLocks noGrp="1"/>
          </p:cNvSpPr>
          <p:nvPr>
            <p:ph type="ftr" sz="quarter" idx="11"/>
          </p:nvPr>
        </p:nvSpPr>
        <p:spPr/>
        <p:txBody>
          <a:bodyPr/>
          <a:lstStyle/>
          <a:p>
            <a:endParaRPr lang="en-SE"/>
          </a:p>
        </p:txBody>
      </p:sp>
      <p:sp>
        <p:nvSpPr>
          <p:cNvPr id="5" name="Slide Number Placeholder 4">
            <a:extLst>
              <a:ext uri="{FF2B5EF4-FFF2-40B4-BE49-F238E27FC236}">
                <a16:creationId xmlns:a16="http://schemas.microsoft.com/office/drawing/2014/main" id="{F3CAE0B9-FA41-07DE-41B9-BFA67AA81C3B}"/>
              </a:ext>
            </a:extLst>
          </p:cNvPr>
          <p:cNvSpPr>
            <a:spLocks noGrp="1"/>
          </p:cNvSpPr>
          <p:nvPr>
            <p:ph type="sldNum" sz="quarter" idx="12"/>
          </p:nvPr>
        </p:nvSpPr>
        <p:spPr/>
        <p:txBody>
          <a:bodyPr/>
          <a:lstStyle/>
          <a:p>
            <a:fld id="{8FBDE80E-AB69-4774-BB8A-5410CF043187}" type="slidenum">
              <a:rPr lang="en-SE" smtClean="0"/>
              <a:t>‹#›</a:t>
            </a:fld>
            <a:endParaRPr lang="en-SE"/>
          </a:p>
        </p:txBody>
      </p:sp>
    </p:spTree>
    <p:extLst>
      <p:ext uri="{BB962C8B-B14F-4D97-AF65-F5344CB8AC3E}">
        <p14:creationId xmlns:p14="http://schemas.microsoft.com/office/powerpoint/2010/main" val="2192462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492C7A-8805-9863-A8F7-7D354755564F}"/>
              </a:ext>
            </a:extLst>
          </p:cNvPr>
          <p:cNvSpPr>
            <a:spLocks noGrp="1"/>
          </p:cNvSpPr>
          <p:nvPr>
            <p:ph type="dt" sz="half" idx="10"/>
          </p:nvPr>
        </p:nvSpPr>
        <p:spPr/>
        <p:txBody>
          <a:bodyPr/>
          <a:lstStyle/>
          <a:p>
            <a:fld id="{8EBD5B59-E80F-4EEC-BA8E-A3F204D5F4C4}" type="datetimeFigureOut">
              <a:rPr lang="en-SE" smtClean="0"/>
              <a:t>2025-07-07</a:t>
            </a:fld>
            <a:endParaRPr lang="en-SE"/>
          </a:p>
        </p:txBody>
      </p:sp>
      <p:sp>
        <p:nvSpPr>
          <p:cNvPr id="3" name="Footer Placeholder 2">
            <a:extLst>
              <a:ext uri="{FF2B5EF4-FFF2-40B4-BE49-F238E27FC236}">
                <a16:creationId xmlns:a16="http://schemas.microsoft.com/office/drawing/2014/main" id="{6B848918-83AC-544A-7F7D-366578394110}"/>
              </a:ext>
            </a:extLst>
          </p:cNvPr>
          <p:cNvSpPr>
            <a:spLocks noGrp="1"/>
          </p:cNvSpPr>
          <p:nvPr>
            <p:ph type="ftr" sz="quarter" idx="11"/>
          </p:nvPr>
        </p:nvSpPr>
        <p:spPr/>
        <p:txBody>
          <a:bodyPr/>
          <a:lstStyle/>
          <a:p>
            <a:endParaRPr lang="en-SE"/>
          </a:p>
        </p:txBody>
      </p:sp>
      <p:sp>
        <p:nvSpPr>
          <p:cNvPr id="4" name="Slide Number Placeholder 3">
            <a:extLst>
              <a:ext uri="{FF2B5EF4-FFF2-40B4-BE49-F238E27FC236}">
                <a16:creationId xmlns:a16="http://schemas.microsoft.com/office/drawing/2014/main" id="{EF0ED13B-E64C-FB89-3837-BA4F640C5F0E}"/>
              </a:ext>
            </a:extLst>
          </p:cNvPr>
          <p:cNvSpPr>
            <a:spLocks noGrp="1"/>
          </p:cNvSpPr>
          <p:nvPr>
            <p:ph type="sldNum" sz="quarter" idx="12"/>
          </p:nvPr>
        </p:nvSpPr>
        <p:spPr/>
        <p:txBody>
          <a:bodyPr/>
          <a:lstStyle/>
          <a:p>
            <a:fld id="{8FBDE80E-AB69-4774-BB8A-5410CF043187}" type="slidenum">
              <a:rPr lang="en-SE" smtClean="0"/>
              <a:t>‹#›</a:t>
            </a:fld>
            <a:endParaRPr lang="en-SE"/>
          </a:p>
        </p:txBody>
      </p:sp>
    </p:spTree>
    <p:extLst>
      <p:ext uri="{BB962C8B-B14F-4D97-AF65-F5344CB8AC3E}">
        <p14:creationId xmlns:p14="http://schemas.microsoft.com/office/powerpoint/2010/main" val="3373957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F69D9-70FB-4890-B494-D88588FC45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E"/>
          </a:p>
        </p:txBody>
      </p:sp>
      <p:sp>
        <p:nvSpPr>
          <p:cNvPr id="3" name="Content Placeholder 2">
            <a:extLst>
              <a:ext uri="{FF2B5EF4-FFF2-40B4-BE49-F238E27FC236}">
                <a16:creationId xmlns:a16="http://schemas.microsoft.com/office/drawing/2014/main" id="{90C804ED-D615-7B16-EE21-C950256B17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Text Placeholder 3">
            <a:extLst>
              <a:ext uri="{FF2B5EF4-FFF2-40B4-BE49-F238E27FC236}">
                <a16:creationId xmlns:a16="http://schemas.microsoft.com/office/drawing/2014/main" id="{EF7DA22E-4493-803E-57BB-D2E165ACCB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B76B52-15E0-045E-E3DE-636481F44318}"/>
              </a:ext>
            </a:extLst>
          </p:cNvPr>
          <p:cNvSpPr>
            <a:spLocks noGrp="1"/>
          </p:cNvSpPr>
          <p:nvPr>
            <p:ph type="dt" sz="half" idx="10"/>
          </p:nvPr>
        </p:nvSpPr>
        <p:spPr/>
        <p:txBody>
          <a:bodyPr/>
          <a:lstStyle/>
          <a:p>
            <a:fld id="{8EBD5B59-E80F-4EEC-BA8E-A3F204D5F4C4}" type="datetimeFigureOut">
              <a:rPr lang="en-SE" smtClean="0"/>
              <a:t>2025-07-07</a:t>
            </a:fld>
            <a:endParaRPr lang="en-SE"/>
          </a:p>
        </p:txBody>
      </p:sp>
      <p:sp>
        <p:nvSpPr>
          <p:cNvPr id="6" name="Footer Placeholder 5">
            <a:extLst>
              <a:ext uri="{FF2B5EF4-FFF2-40B4-BE49-F238E27FC236}">
                <a16:creationId xmlns:a16="http://schemas.microsoft.com/office/drawing/2014/main" id="{59EEFE13-CCD5-F667-0D22-0473696FC942}"/>
              </a:ext>
            </a:extLst>
          </p:cNvPr>
          <p:cNvSpPr>
            <a:spLocks noGrp="1"/>
          </p:cNvSpPr>
          <p:nvPr>
            <p:ph type="ftr" sz="quarter" idx="11"/>
          </p:nvPr>
        </p:nvSpPr>
        <p:spPr/>
        <p:txBody>
          <a:bodyPr/>
          <a:lstStyle/>
          <a:p>
            <a:endParaRPr lang="en-SE"/>
          </a:p>
        </p:txBody>
      </p:sp>
      <p:sp>
        <p:nvSpPr>
          <p:cNvPr id="7" name="Slide Number Placeholder 6">
            <a:extLst>
              <a:ext uri="{FF2B5EF4-FFF2-40B4-BE49-F238E27FC236}">
                <a16:creationId xmlns:a16="http://schemas.microsoft.com/office/drawing/2014/main" id="{45E68929-016E-F574-2941-68C380E89DED}"/>
              </a:ext>
            </a:extLst>
          </p:cNvPr>
          <p:cNvSpPr>
            <a:spLocks noGrp="1"/>
          </p:cNvSpPr>
          <p:nvPr>
            <p:ph type="sldNum" sz="quarter" idx="12"/>
          </p:nvPr>
        </p:nvSpPr>
        <p:spPr/>
        <p:txBody>
          <a:bodyPr/>
          <a:lstStyle/>
          <a:p>
            <a:fld id="{8FBDE80E-AB69-4774-BB8A-5410CF043187}" type="slidenum">
              <a:rPr lang="en-SE" smtClean="0"/>
              <a:t>‹#›</a:t>
            </a:fld>
            <a:endParaRPr lang="en-SE"/>
          </a:p>
        </p:txBody>
      </p:sp>
    </p:spTree>
    <p:extLst>
      <p:ext uri="{BB962C8B-B14F-4D97-AF65-F5344CB8AC3E}">
        <p14:creationId xmlns:p14="http://schemas.microsoft.com/office/powerpoint/2010/main" val="1852514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12500-C445-C406-B5AF-57633A931E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E"/>
          </a:p>
        </p:txBody>
      </p:sp>
      <p:sp>
        <p:nvSpPr>
          <p:cNvPr id="3" name="Picture Placeholder 2">
            <a:extLst>
              <a:ext uri="{FF2B5EF4-FFF2-40B4-BE49-F238E27FC236}">
                <a16:creationId xmlns:a16="http://schemas.microsoft.com/office/drawing/2014/main" id="{24CC5231-851E-6862-CE95-E1CDE462F2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E"/>
          </a:p>
        </p:txBody>
      </p:sp>
      <p:sp>
        <p:nvSpPr>
          <p:cNvPr id="4" name="Text Placeholder 3">
            <a:extLst>
              <a:ext uri="{FF2B5EF4-FFF2-40B4-BE49-F238E27FC236}">
                <a16:creationId xmlns:a16="http://schemas.microsoft.com/office/drawing/2014/main" id="{70C09FB4-1E6C-E830-2B00-C996800243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2A9024-9BE2-30CF-4C97-F48F627ED593}"/>
              </a:ext>
            </a:extLst>
          </p:cNvPr>
          <p:cNvSpPr>
            <a:spLocks noGrp="1"/>
          </p:cNvSpPr>
          <p:nvPr>
            <p:ph type="dt" sz="half" idx="10"/>
          </p:nvPr>
        </p:nvSpPr>
        <p:spPr/>
        <p:txBody>
          <a:bodyPr/>
          <a:lstStyle/>
          <a:p>
            <a:fld id="{8EBD5B59-E80F-4EEC-BA8E-A3F204D5F4C4}" type="datetimeFigureOut">
              <a:rPr lang="en-SE" smtClean="0"/>
              <a:t>2025-07-07</a:t>
            </a:fld>
            <a:endParaRPr lang="en-SE"/>
          </a:p>
        </p:txBody>
      </p:sp>
      <p:sp>
        <p:nvSpPr>
          <p:cNvPr id="6" name="Footer Placeholder 5">
            <a:extLst>
              <a:ext uri="{FF2B5EF4-FFF2-40B4-BE49-F238E27FC236}">
                <a16:creationId xmlns:a16="http://schemas.microsoft.com/office/drawing/2014/main" id="{7D51842D-72D9-0959-4C39-BE60C03FB2EA}"/>
              </a:ext>
            </a:extLst>
          </p:cNvPr>
          <p:cNvSpPr>
            <a:spLocks noGrp="1"/>
          </p:cNvSpPr>
          <p:nvPr>
            <p:ph type="ftr" sz="quarter" idx="11"/>
          </p:nvPr>
        </p:nvSpPr>
        <p:spPr/>
        <p:txBody>
          <a:bodyPr/>
          <a:lstStyle/>
          <a:p>
            <a:endParaRPr lang="en-SE"/>
          </a:p>
        </p:txBody>
      </p:sp>
      <p:sp>
        <p:nvSpPr>
          <p:cNvPr id="7" name="Slide Number Placeholder 6">
            <a:extLst>
              <a:ext uri="{FF2B5EF4-FFF2-40B4-BE49-F238E27FC236}">
                <a16:creationId xmlns:a16="http://schemas.microsoft.com/office/drawing/2014/main" id="{80048DEC-6D5C-31D9-B989-EB11FE222074}"/>
              </a:ext>
            </a:extLst>
          </p:cNvPr>
          <p:cNvSpPr>
            <a:spLocks noGrp="1"/>
          </p:cNvSpPr>
          <p:nvPr>
            <p:ph type="sldNum" sz="quarter" idx="12"/>
          </p:nvPr>
        </p:nvSpPr>
        <p:spPr/>
        <p:txBody>
          <a:bodyPr/>
          <a:lstStyle/>
          <a:p>
            <a:fld id="{8FBDE80E-AB69-4774-BB8A-5410CF043187}" type="slidenum">
              <a:rPr lang="en-SE" smtClean="0"/>
              <a:t>‹#›</a:t>
            </a:fld>
            <a:endParaRPr lang="en-SE"/>
          </a:p>
        </p:txBody>
      </p:sp>
    </p:spTree>
    <p:extLst>
      <p:ext uri="{BB962C8B-B14F-4D97-AF65-F5344CB8AC3E}">
        <p14:creationId xmlns:p14="http://schemas.microsoft.com/office/powerpoint/2010/main" val="2697342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82471-63D1-5603-EDB6-1F3564C7537E}"/>
              </a:ext>
            </a:extLst>
          </p:cNvPr>
          <p:cNvSpPr>
            <a:spLocks noGrp="1"/>
          </p:cNvSpPr>
          <p:nvPr>
            <p:ph type="title"/>
          </p:nvPr>
        </p:nvSpPr>
        <p:spPr/>
        <p:txBody>
          <a:bodyPr/>
          <a:lstStyle/>
          <a:p>
            <a:r>
              <a:rPr lang="en-US"/>
              <a:t>Click to edit Master title style</a:t>
            </a:r>
            <a:endParaRPr lang="en-SE"/>
          </a:p>
        </p:txBody>
      </p:sp>
      <p:sp>
        <p:nvSpPr>
          <p:cNvPr id="3" name="Vertical Text Placeholder 2">
            <a:extLst>
              <a:ext uri="{FF2B5EF4-FFF2-40B4-BE49-F238E27FC236}">
                <a16:creationId xmlns:a16="http://schemas.microsoft.com/office/drawing/2014/main" id="{A4DCB54E-4CB4-80E5-FD09-2F4E51897B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Date Placeholder 3">
            <a:extLst>
              <a:ext uri="{FF2B5EF4-FFF2-40B4-BE49-F238E27FC236}">
                <a16:creationId xmlns:a16="http://schemas.microsoft.com/office/drawing/2014/main" id="{5F4339C5-476C-5260-A1BB-4589B5E993A0}"/>
              </a:ext>
            </a:extLst>
          </p:cNvPr>
          <p:cNvSpPr>
            <a:spLocks noGrp="1"/>
          </p:cNvSpPr>
          <p:nvPr>
            <p:ph type="dt" sz="half" idx="10"/>
          </p:nvPr>
        </p:nvSpPr>
        <p:spPr/>
        <p:txBody>
          <a:bodyPr/>
          <a:lstStyle/>
          <a:p>
            <a:fld id="{8EBD5B59-E80F-4EEC-BA8E-A3F204D5F4C4}" type="datetimeFigureOut">
              <a:rPr lang="en-SE" smtClean="0"/>
              <a:t>2025-07-07</a:t>
            </a:fld>
            <a:endParaRPr lang="en-SE"/>
          </a:p>
        </p:txBody>
      </p:sp>
      <p:sp>
        <p:nvSpPr>
          <p:cNvPr id="5" name="Footer Placeholder 4">
            <a:extLst>
              <a:ext uri="{FF2B5EF4-FFF2-40B4-BE49-F238E27FC236}">
                <a16:creationId xmlns:a16="http://schemas.microsoft.com/office/drawing/2014/main" id="{51501801-E6F2-8F77-A22F-084A06292978}"/>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13BA26B5-8842-D547-C04A-8B92DA866B6E}"/>
              </a:ext>
            </a:extLst>
          </p:cNvPr>
          <p:cNvSpPr>
            <a:spLocks noGrp="1"/>
          </p:cNvSpPr>
          <p:nvPr>
            <p:ph type="sldNum" sz="quarter" idx="12"/>
          </p:nvPr>
        </p:nvSpPr>
        <p:spPr/>
        <p:txBody>
          <a:bodyPr/>
          <a:lstStyle/>
          <a:p>
            <a:fld id="{8FBDE80E-AB69-4774-BB8A-5410CF043187}" type="slidenum">
              <a:rPr lang="en-SE" smtClean="0"/>
              <a:t>‹#›</a:t>
            </a:fld>
            <a:endParaRPr lang="en-SE"/>
          </a:p>
        </p:txBody>
      </p:sp>
    </p:spTree>
    <p:extLst>
      <p:ext uri="{BB962C8B-B14F-4D97-AF65-F5344CB8AC3E}">
        <p14:creationId xmlns:p14="http://schemas.microsoft.com/office/powerpoint/2010/main" val="551448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42A40E-611A-128C-9429-BE69C771DB7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E"/>
          </a:p>
        </p:txBody>
      </p:sp>
      <p:sp>
        <p:nvSpPr>
          <p:cNvPr id="3" name="Vertical Text Placeholder 2">
            <a:extLst>
              <a:ext uri="{FF2B5EF4-FFF2-40B4-BE49-F238E27FC236}">
                <a16:creationId xmlns:a16="http://schemas.microsoft.com/office/drawing/2014/main" id="{911113EC-A678-D910-B361-352154387B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Date Placeholder 3">
            <a:extLst>
              <a:ext uri="{FF2B5EF4-FFF2-40B4-BE49-F238E27FC236}">
                <a16:creationId xmlns:a16="http://schemas.microsoft.com/office/drawing/2014/main" id="{DEC4CD54-5083-B3B4-0562-5BAB5D4AF7BD}"/>
              </a:ext>
            </a:extLst>
          </p:cNvPr>
          <p:cNvSpPr>
            <a:spLocks noGrp="1"/>
          </p:cNvSpPr>
          <p:nvPr>
            <p:ph type="dt" sz="half" idx="10"/>
          </p:nvPr>
        </p:nvSpPr>
        <p:spPr/>
        <p:txBody>
          <a:bodyPr/>
          <a:lstStyle/>
          <a:p>
            <a:fld id="{8EBD5B59-E80F-4EEC-BA8E-A3F204D5F4C4}" type="datetimeFigureOut">
              <a:rPr lang="en-SE" smtClean="0"/>
              <a:t>2025-07-07</a:t>
            </a:fld>
            <a:endParaRPr lang="en-SE"/>
          </a:p>
        </p:txBody>
      </p:sp>
      <p:sp>
        <p:nvSpPr>
          <p:cNvPr id="5" name="Footer Placeholder 4">
            <a:extLst>
              <a:ext uri="{FF2B5EF4-FFF2-40B4-BE49-F238E27FC236}">
                <a16:creationId xmlns:a16="http://schemas.microsoft.com/office/drawing/2014/main" id="{6FBDD783-6FBC-B533-0858-53FF76294DFB}"/>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EA728D68-4CDE-7FD8-4CF7-283089867809}"/>
              </a:ext>
            </a:extLst>
          </p:cNvPr>
          <p:cNvSpPr>
            <a:spLocks noGrp="1"/>
          </p:cNvSpPr>
          <p:nvPr>
            <p:ph type="sldNum" sz="quarter" idx="12"/>
          </p:nvPr>
        </p:nvSpPr>
        <p:spPr/>
        <p:txBody>
          <a:bodyPr/>
          <a:lstStyle/>
          <a:p>
            <a:fld id="{8FBDE80E-AB69-4774-BB8A-5410CF043187}" type="slidenum">
              <a:rPr lang="en-SE" smtClean="0"/>
              <a:t>‹#›</a:t>
            </a:fld>
            <a:endParaRPr lang="en-SE"/>
          </a:p>
        </p:txBody>
      </p:sp>
    </p:spTree>
    <p:extLst>
      <p:ext uri="{BB962C8B-B14F-4D97-AF65-F5344CB8AC3E}">
        <p14:creationId xmlns:p14="http://schemas.microsoft.com/office/powerpoint/2010/main" val="3929013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839E6F1-3D5E-85B1-54EA-CD8344745F7B}"/>
              </a:ext>
            </a:extLst>
          </p:cNvPr>
          <p:cNvSpPr/>
          <p:nvPr/>
        </p:nvSpPr>
        <p:spPr>
          <a:xfrm>
            <a:off x="0" y="0"/>
            <a:ext cx="7197634" cy="687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3" name="Picture 12" descr="A close-up of a glass&#10;&#10;Description automatically generated with low confidence">
            <a:extLst>
              <a:ext uri="{FF2B5EF4-FFF2-40B4-BE49-F238E27FC236}">
                <a16:creationId xmlns:a16="http://schemas.microsoft.com/office/drawing/2014/main" id="{578A7E98-675C-BC22-7057-0420084F2F96}"/>
              </a:ext>
            </a:extLst>
          </p:cNvPr>
          <p:cNvPicPr>
            <a:picLocks noChangeAspect="1"/>
          </p:cNvPicPr>
          <p:nvPr userDrawn="1"/>
        </p:nvPicPr>
        <p:blipFill>
          <a:blip r:embed="rId2"/>
          <a:stretch>
            <a:fillRect/>
          </a:stretch>
        </p:blipFill>
        <p:spPr>
          <a:xfrm>
            <a:off x="5900614" y="0"/>
            <a:ext cx="6307898" cy="6876000"/>
          </a:xfrm>
          <a:prstGeom prst="rect">
            <a:avLst/>
          </a:prstGeom>
        </p:spPr>
      </p:pic>
      <p:sp>
        <p:nvSpPr>
          <p:cNvPr id="9" name="Rectangle 8">
            <a:extLst>
              <a:ext uri="{FF2B5EF4-FFF2-40B4-BE49-F238E27FC236}">
                <a16:creationId xmlns:a16="http://schemas.microsoft.com/office/drawing/2014/main" id="{BA85A163-2C96-F418-6DFE-3C8D13197030}"/>
              </a:ext>
            </a:extLst>
          </p:cNvPr>
          <p:cNvSpPr/>
          <p:nvPr/>
        </p:nvSpPr>
        <p:spPr>
          <a:xfrm>
            <a:off x="2158738" y="1498862"/>
            <a:ext cx="7598004" cy="30071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 name="Title 1">
            <a:extLst>
              <a:ext uri="{FF2B5EF4-FFF2-40B4-BE49-F238E27FC236}">
                <a16:creationId xmlns:a16="http://schemas.microsoft.com/office/drawing/2014/main" id="{04041660-8457-136D-96AA-739798C4C52E}"/>
              </a:ext>
            </a:extLst>
          </p:cNvPr>
          <p:cNvSpPr>
            <a:spLocks noGrp="1"/>
          </p:cNvSpPr>
          <p:nvPr>
            <p:ph type="ctrTitle"/>
          </p:nvPr>
        </p:nvSpPr>
        <p:spPr>
          <a:xfrm>
            <a:off x="2600746" y="1791620"/>
            <a:ext cx="6836022" cy="1152430"/>
          </a:xfrm>
        </p:spPr>
        <p:txBody>
          <a:bodyPr anchor="b">
            <a:normAutofit/>
          </a:bodyPr>
          <a:lstStyle>
            <a:lvl1pPr algn="l">
              <a:defRPr sz="3600" b="0">
                <a:solidFill>
                  <a:schemeClr val="bg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DE3A72B8-3A67-1000-3C21-42E9E0566780}"/>
              </a:ext>
            </a:extLst>
          </p:cNvPr>
          <p:cNvSpPr>
            <a:spLocks noGrp="1"/>
          </p:cNvSpPr>
          <p:nvPr>
            <p:ph type="subTitle" idx="1"/>
          </p:nvPr>
        </p:nvSpPr>
        <p:spPr>
          <a:xfrm>
            <a:off x="2598993" y="3250091"/>
            <a:ext cx="6836022" cy="905348"/>
          </a:xfrm>
        </p:spPr>
        <p:txBody>
          <a:bodyPr/>
          <a:lstStyle>
            <a:lvl1pPr marL="0" indent="0" algn="l">
              <a:spcBef>
                <a:spcPts val="0"/>
              </a:spcBef>
              <a:buNone/>
              <a:defRPr sz="2400">
                <a:solidFill>
                  <a:srgbClr val="88A5BD"/>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8" name="Rectangle 7">
            <a:extLst>
              <a:ext uri="{FF2B5EF4-FFF2-40B4-BE49-F238E27FC236}">
                <a16:creationId xmlns:a16="http://schemas.microsoft.com/office/drawing/2014/main" id="{6F079434-A6AB-3C5C-E4D8-CE0EB1BAA1EC}"/>
              </a:ext>
            </a:extLst>
          </p:cNvPr>
          <p:cNvSpPr/>
          <p:nvPr userDrawn="1"/>
        </p:nvSpPr>
        <p:spPr>
          <a:xfrm>
            <a:off x="2615462" y="3040831"/>
            <a:ext cx="720000" cy="50400"/>
          </a:xfrm>
          <a:prstGeom prst="rect">
            <a:avLst/>
          </a:prstGeom>
          <a:solidFill>
            <a:srgbClr val="FF824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071291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12E8426-9755-B737-0920-8ED502B024CE}"/>
              </a:ext>
            </a:extLst>
          </p:cNvPr>
          <p:cNvSpPr/>
          <p:nvPr userDrawn="1"/>
        </p:nvSpPr>
        <p:spPr>
          <a:xfrm>
            <a:off x="326655" y="369182"/>
            <a:ext cx="46800" cy="669600"/>
          </a:xfrm>
          <a:prstGeom prst="rect">
            <a:avLst/>
          </a:prstGeom>
          <a:solidFill>
            <a:srgbClr val="FF824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err="1">
              <a:solidFill>
                <a:schemeClr val="tx1"/>
              </a:solidFill>
            </a:endParaRPr>
          </a:p>
        </p:txBody>
      </p:sp>
      <p:sp>
        <p:nvSpPr>
          <p:cNvPr id="2" name="Title 1">
            <a:extLst>
              <a:ext uri="{FF2B5EF4-FFF2-40B4-BE49-F238E27FC236}">
                <a16:creationId xmlns:a16="http://schemas.microsoft.com/office/drawing/2014/main" id="{827E43A9-6C0D-ACA1-BFF0-D3F2207E2F5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E3CA7EF-2525-FF1F-380C-37FAD070B8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14779597-F8CA-1765-0C99-31982B9C7993}"/>
              </a:ext>
            </a:extLst>
          </p:cNvPr>
          <p:cNvSpPr>
            <a:spLocks noGrp="1"/>
          </p:cNvSpPr>
          <p:nvPr>
            <p:ph type="dt" sz="half" idx="10"/>
          </p:nvPr>
        </p:nvSpPr>
        <p:spPr/>
        <p:txBody>
          <a:bodyPr/>
          <a:lstStyle/>
          <a:p>
            <a:r>
              <a:rPr lang="en-SE"/>
              <a:t>2023-09-13</a:t>
            </a:r>
            <a:endParaRPr lang="en-GB"/>
          </a:p>
        </p:txBody>
      </p:sp>
      <p:sp>
        <p:nvSpPr>
          <p:cNvPr id="5" name="Footer Placeholder 4">
            <a:extLst>
              <a:ext uri="{FF2B5EF4-FFF2-40B4-BE49-F238E27FC236}">
                <a16:creationId xmlns:a16="http://schemas.microsoft.com/office/drawing/2014/main" id="{AB70D5EB-BD2C-57A6-418F-9216735F6900}"/>
              </a:ext>
            </a:extLst>
          </p:cNvPr>
          <p:cNvSpPr>
            <a:spLocks noGrp="1"/>
          </p:cNvSpPr>
          <p:nvPr>
            <p:ph type="ftr" sz="quarter" idx="11"/>
          </p:nvPr>
        </p:nvSpPr>
        <p:spPr/>
        <p:txBody>
          <a:bodyPr/>
          <a:lstStyle/>
          <a:p>
            <a:r>
              <a:rPr lang="en-GB"/>
              <a:t>[ramin.karim@ltu.se]</a:t>
            </a:r>
          </a:p>
        </p:txBody>
      </p:sp>
      <p:sp>
        <p:nvSpPr>
          <p:cNvPr id="6" name="Slide Number Placeholder 5">
            <a:extLst>
              <a:ext uri="{FF2B5EF4-FFF2-40B4-BE49-F238E27FC236}">
                <a16:creationId xmlns:a16="http://schemas.microsoft.com/office/drawing/2014/main" id="{D3A25C64-6B2B-811E-AE63-0DB6015067B8}"/>
              </a:ext>
            </a:extLst>
          </p:cNvPr>
          <p:cNvSpPr>
            <a:spLocks noGrp="1"/>
          </p:cNvSpPr>
          <p:nvPr>
            <p:ph type="sldNum" sz="quarter" idx="12"/>
          </p:nvPr>
        </p:nvSpPr>
        <p:spPr/>
        <p:txBody>
          <a:bodyPr/>
          <a:lstStyle/>
          <a:p>
            <a:fld id="{B3284CE9-EFAB-9F4B-868A-1F02DB69B64D}" type="slidenum">
              <a:rPr lang="en-GB" smtClean="0"/>
              <a:pPr/>
              <a:t>‹#›</a:t>
            </a:fld>
            <a:endParaRPr lang="en-GB"/>
          </a:p>
        </p:txBody>
      </p:sp>
    </p:spTree>
    <p:extLst>
      <p:ext uri="{BB962C8B-B14F-4D97-AF65-F5344CB8AC3E}">
        <p14:creationId xmlns:p14="http://schemas.microsoft.com/office/powerpoint/2010/main" val="34653010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1D07B-19F9-BEC7-E6B2-3BD72BB02D94}"/>
              </a:ext>
            </a:extLst>
          </p:cNvPr>
          <p:cNvSpPr>
            <a:spLocks noGrp="1"/>
          </p:cNvSpPr>
          <p:nvPr>
            <p:ph type="title" hasCustomPrompt="1"/>
          </p:nvPr>
        </p:nvSpPr>
        <p:spPr>
          <a:xfrm>
            <a:off x="1912659" y="1745137"/>
            <a:ext cx="8330824" cy="1168652"/>
          </a:xfrm>
        </p:spPr>
        <p:txBody>
          <a:bodyPr anchor="b">
            <a:normAutofit/>
          </a:bodyPr>
          <a:lstStyle>
            <a:lvl1pPr>
              <a:defRPr sz="3600" b="0"/>
            </a:lvl1pPr>
          </a:lstStyle>
          <a:p>
            <a:r>
              <a:rPr lang="en-GB"/>
              <a:t>Click to add subsection title</a:t>
            </a:r>
          </a:p>
        </p:txBody>
      </p:sp>
      <p:sp>
        <p:nvSpPr>
          <p:cNvPr id="5" name="Rectangle 4">
            <a:extLst>
              <a:ext uri="{FF2B5EF4-FFF2-40B4-BE49-F238E27FC236}">
                <a16:creationId xmlns:a16="http://schemas.microsoft.com/office/drawing/2014/main" id="{645E0678-0AFB-FBE0-7737-66853E3F4237}"/>
              </a:ext>
            </a:extLst>
          </p:cNvPr>
          <p:cNvSpPr/>
          <p:nvPr userDrawn="1"/>
        </p:nvSpPr>
        <p:spPr>
          <a:xfrm>
            <a:off x="1932291" y="3019812"/>
            <a:ext cx="720000" cy="45719"/>
          </a:xfrm>
          <a:prstGeom prst="rect">
            <a:avLst/>
          </a:prstGeom>
          <a:solidFill>
            <a:srgbClr val="FF824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647EDC20-FECA-E4BA-AA12-56643B9E9CEE}"/>
              </a:ext>
            </a:extLst>
          </p:cNvPr>
          <p:cNvSpPr>
            <a:spLocks noGrp="1"/>
          </p:cNvSpPr>
          <p:nvPr>
            <p:ph type="body" idx="1"/>
          </p:nvPr>
        </p:nvSpPr>
        <p:spPr>
          <a:xfrm>
            <a:off x="1921469" y="3219653"/>
            <a:ext cx="8330824" cy="741062"/>
          </a:xfrm>
        </p:spPr>
        <p:txBody>
          <a:bodyPr/>
          <a:lstStyle>
            <a:lvl1pPr marL="0" indent="0">
              <a:spcBef>
                <a:spcPts val="0"/>
              </a:spcBef>
              <a:buNone/>
              <a:defRPr sz="2400">
                <a:solidFill>
                  <a:srgbClr val="88A5BD"/>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Rectangle 3">
            <a:extLst>
              <a:ext uri="{FF2B5EF4-FFF2-40B4-BE49-F238E27FC236}">
                <a16:creationId xmlns:a16="http://schemas.microsoft.com/office/drawing/2014/main" id="{B62D1BAA-2707-DCF7-3710-5311C4B441B5}"/>
              </a:ext>
            </a:extLst>
          </p:cNvPr>
          <p:cNvSpPr/>
          <p:nvPr userDrawn="1"/>
        </p:nvSpPr>
        <p:spPr>
          <a:xfrm>
            <a:off x="-1792270" y="-1"/>
            <a:ext cx="1658228" cy="5740401"/>
          </a:xfrm>
          <a:prstGeom prst="rect">
            <a:avLst/>
          </a:prstGeom>
          <a:solidFill>
            <a:srgbClr val="FFFCDB"/>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rtlCol="0" anchor="t"/>
          <a:lstStyle/>
          <a:p>
            <a:pPr algn="l"/>
            <a:r>
              <a:rPr lang="en-GB" sz="1200" b="1">
                <a:solidFill>
                  <a:srgbClr val="1A1918"/>
                </a:solidFill>
              </a:rPr>
              <a:t>LAYOUT GUIDE</a:t>
            </a:r>
          </a:p>
          <a:p>
            <a:pPr algn="l"/>
            <a:endParaRPr lang="en-GB" sz="1200">
              <a:solidFill>
                <a:srgbClr val="1A1918"/>
              </a:solidFill>
            </a:endParaRPr>
          </a:p>
          <a:p>
            <a:pPr algn="l"/>
            <a:r>
              <a:rPr lang="en-GB" sz="1200">
                <a:solidFill>
                  <a:srgbClr val="1A1918"/>
                </a:solidFill>
              </a:rPr>
              <a:t>Use this layout when you want to change topics within your presentation. </a:t>
            </a:r>
          </a:p>
          <a:p>
            <a:pPr algn="l"/>
            <a:endParaRPr lang="en-GB" sz="1200">
              <a:solidFill>
                <a:srgbClr val="1A1918"/>
              </a:solidFill>
            </a:endParaRPr>
          </a:p>
          <a:p>
            <a:pPr algn="l"/>
            <a:r>
              <a:rPr lang="en-GB" sz="1200">
                <a:solidFill>
                  <a:srgbClr val="1A1918"/>
                </a:solidFill>
              </a:rPr>
              <a:t>It</a:t>
            </a:r>
            <a:r>
              <a:rPr lang="en-GB" sz="1200" baseline="0">
                <a:solidFill>
                  <a:srgbClr val="1A1918"/>
                </a:solidFill>
              </a:rPr>
              <a:t> can also be used to pose a question. </a:t>
            </a:r>
          </a:p>
          <a:p>
            <a:pPr algn="l"/>
            <a:endParaRPr lang="en-GB" sz="1200" baseline="0">
              <a:solidFill>
                <a:srgbClr val="1A1918"/>
              </a:solidFill>
            </a:endParaRPr>
          </a:p>
          <a:p>
            <a:pPr algn="l"/>
            <a:r>
              <a:rPr lang="en-GB" sz="1200" baseline="0">
                <a:solidFill>
                  <a:srgbClr val="1A1918"/>
                </a:solidFill>
              </a:rPr>
              <a:t>It is not always necessary to fill in the blue subtext below the orange divider.</a:t>
            </a:r>
          </a:p>
          <a:p>
            <a:pPr algn="l"/>
            <a:endParaRPr lang="en-GB" sz="1200" baseline="0">
              <a:solidFill>
                <a:srgbClr val="1A1918"/>
              </a:solidFill>
            </a:endParaRPr>
          </a:p>
          <a:p>
            <a:pPr algn="l"/>
            <a:r>
              <a:rPr lang="en-GB" sz="1200" baseline="0">
                <a:solidFill>
                  <a:srgbClr val="1A1918"/>
                </a:solidFill>
              </a:rPr>
              <a:t>You might notice that the orange divider is animated. This is to help draw the viewer’s attention to a new subtopic or idea.</a:t>
            </a:r>
            <a:endParaRPr lang="en-GB" sz="1200">
              <a:solidFill>
                <a:srgbClr val="1A1918"/>
              </a:solidFill>
            </a:endParaRPr>
          </a:p>
          <a:p>
            <a:pPr algn="l"/>
            <a:endParaRPr lang="en-GB" sz="1200">
              <a:solidFill>
                <a:schemeClr val="tx1"/>
              </a:solidFill>
            </a:endParaRPr>
          </a:p>
          <a:p>
            <a:pPr algn="l"/>
            <a:r>
              <a:rPr lang="en-GB" sz="1200">
                <a:solidFill>
                  <a:schemeClr val="accent5">
                    <a:lumMod val="40000"/>
                    <a:lumOff val="60000"/>
                  </a:schemeClr>
                </a:solidFill>
              </a:rPr>
              <a:t>--------------</a:t>
            </a:r>
          </a:p>
          <a:p>
            <a:pPr algn="l"/>
            <a:r>
              <a:rPr lang="en-GB" sz="1050" i="1">
                <a:solidFill>
                  <a:srgbClr val="767776"/>
                </a:solidFill>
              </a:rPr>
              <a:t>This info box will not appear when you present your slide.</a:t>
            </a:r>
          </a:p>
        </p:txBody>
      </p:sp>
      <p:sp>
        <p:nvSpPr>
          <p:cNvPr id="6" name="Date Placeholder 5">
            <a:extLst>
              <a:ext uri="{FF2B5EF4-FFF2-40B4-BE49-F238E27FC236}">
                <a16:creationId xmlns:a16="http://schemas.microsoft.com/office/drawing/2014/main" id="{7E838C8D-4C57-E944-518B-AA59DEA54AF7}"/>
              </a:ext>
            </a:extLst>
          </p:cNvPr>
          <p:cNvSpPr>
            <a:spLocks noGrp="1"/>
          </p:cNvSpPr>
          <p:nvPr>
            <p:ph type="dt" sz="half" idx="10"/>
          </p:nvPr>
        </p:nvSpPr>
        <p:spPr/>
        <p:txBody>
          <a:bodyPr/>
          <a:lstStyle/>
          <a:p>
            <a:r>
              <a:rPr lang="en-SE"/>
              <a:t>2023-09-13</a:t>
            </a:r>
            <a:endParaRPr lang="en-GB"/>
          </a:p>
        </p:txBody>
      </p:sp>
      <p:sp>
        <p:nvSpPr>
          <p:cNvPr id="7" name="Footer Placeholder 6">
            <a:extLst>
              <a:ext uri="{FF2B5EF4-FFF2-40B4-BE49-F238E27FC236}">
                <a16:creationId xmlns:a16="http://schemas.microsoft.com/office/drawing/2014/main" id="{0FB3DF29-087D-ED22-083C-C2794FDDDAC9}"/>
              </a:ext>
            </a:extLst>
          </p:cNvPr>
          <p:cNvSpPr>
            <a:spLocks noGrp="1"/>
          </p:cNvSpPr>
          <p:nvPr>
            <p:ph type="ftr" sz="quarter" idx="11"/>
          </p:nvPr>
        </p:nvSpPr>
        <p:spPr/>
        <p:txBody>
          <a:bodyPr/>
          <a:lstStyle/>
          <a:p>
            <a:r>
              <a:rPr lang="en-GB"/>
              <a:t>[ramin.karim@ltu.se]</a:t>
            </a:r>
          </a:p>
        </p:txBody>
      </p:sp>
      <p:sp>
        <p:nvSpPr>
          <p:cNvPr id="8" name="Slide Number Placeholder 7">
            <a:extLst>
              <a:ext uri="{FF2B5EF4-FFF2-40B4-BE49-F238E27FC236}">
                <a16:creationId xmlns:a16="http://schemas.microsoft.com/office/drawing/2014/main" id="{A7BC9E11-BC48-AFA7-EA17-E0C9597E2501}"/>
              </a:ext>
            </a:extLst>
          </p:cNvPr>
          <p:cNvSpPr>
            <a:spLocks noGrp="1"/>
          </p:cNvSpPr>
          <p:nvPr>
            <p:ph type="sldNum" sz="quarter" idx="12"/>
          </p:nvPr>
        </p:nvSpPr>
        <p:spPr/>
        <p:txBody>
          <a:bodyPr/>
          <a:lstStyle/>
          <a:p>
            <a:fld id="{B3284CE9-EFAB-9F4B-868A-1F02DB69B64D}" type="slidenum">
              <a:rPr lang="en-GB" smtClean="0"/>
              <a:pPr/>
              <a:t>‹#›</a:t>
            </a:fld>
            <a:endParaRPr lang="en-GB"/>
          </a:p>
        </p:txBody>
      </p:sp>
    </p:spTree>
    <p:extLst>
      <p:ext uri="{BB962C8B-B14F-4D97-AF65-F5344CB8AC3E}">
        <p14:creationId xmlns:p14="http://schemas.microsoft.com/office/powerpoint/2010/main" val="4096149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DD7AA-36D9-8D4C-DE2E-ED7B7E5CF9B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FDFEDB8-96EA-A00A-00FB-FC83502AE73D}"/>
              </a:ext>
            </a:extLst>
          </p:cNvPr>
          <p:cNvSpPr>
            <a:spLocks noGrp="1"/>
          </p:cNvSpPr>
          <p:nvPr>
            <p:ph sz="half" idx="1"/>
          </p:nvPr>
        </p:nvSpPr>
        <p:spPr>
          <a:xfrm>
            <a:off x="557619" y="1275589"/>
            <a:ext cx="5468937" cy="49616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2527DAC-0C51-5380-E6D3-361F3CC0CF1E}"/>
              </a:ext>
            </a:extLst>
          </p:cNvPr>
          <p:cNvSpPr>
            <a:spLocks noGrp="1"/>
          </p:cNvSpPr>
          <p:nvPr>
            <p:ph sz="half" idx="2"/>
          </p:nvPr>
        </p:nvSpPr>
        <p:spPr>
          <a:xfrm>
            <a:off x="6172199" y="1275589"/>
            <a:ext cx="5468937" cy="496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Date Placeholder 8">
            <a:extLst>
              <a:ext uri="{FF2B5EF4-FFF2-40B4-BE49-F238E27FC236}">
                <a16:creationId xmlns:a16="http://schemas.microsoft.com/office/drawing/2014/main" id="{CE58D841-927A-F1CF-8135-CE5815F5715D}"/>
              </a:ext>
            </a:extLst>
          </p:cNvPr>
          <p:cNvSpPr>
            <a:spLocks noGrp="1"/>
          </p:cNvSpPr>
          <p:nvPr>
            <p:ph type="dt" sz="half" idx="10"/>
          </p:nvPr>
        </p:nvSpPr>
        <p:spPr/>
        <p:txBody>
          <a:bodyPr/>
          <a:lstStyle/>
          <a:p>
            <a:r>
              <a:rPr lang="en-SE"/>
              <a:t>2023-09-13</a:t>
            </a:r>
            <a:endParaRPr lang="en-GB"/>
          </a:p>
        </p:txBody>
      </p:sp>
      <p:sp>
        <p:nvSpPr>
          <p:cNvPr id="10" name="Footer Placeholder 9">
            <a:extLst>
              <a:ext uri="{FF2B5EF4-FFF2-40B4-BE49-F238E27FC236}">
                <a16:creationId xmlns:a16="http://schemas.microsoft.com/office/drawing/2014/main" id="{908E3766-A099-16CD-4A8A-8B26AF0BA211}"/>
              </a:ext>
            </a:extLst>
          </p:cNvPr>
          <p:cNvSpPr>
            <a:spLocks noGrp="1"/>
          </p:cNvSpPr>
          <p:nvPr>
            <p:ph type="ftr" sz="quarter" idx="11"/>
          </p:nvPr>
        </p:nvSpPr>
        <p:spPr/>
        <p:txBody>
          <a:bodyPr/>
          <a:lstStyle/>
          <a:p>
            <a:r>
              <a:rPr lang="en-GB"/>
              <a:t>[ramin.karim@ltu.se]</a:t>
            </a:r>
          </a:p>
        </p:txBody>
      </p:sp>
      <p:sp>
        <p:nvSpPr>
          <p:cNvPr id="11" name="Slide Number Placeholder 10">
            <a:extLst>
              <a:ext uri="{FF2B5EF4-FFF2-40B4-BE49-F238E27FC236}">
                <a16:creationId xmlns:a16="http://schemas.microsoft.com/office/drawing/2014/main" id="{787C8257-2740-2FB1-416C-FA4CA4C57DCB}"/>
              </a:ext>
            </a:extLst>
          </p:cNvPr>
          <p:cNvSpPr>
            <a:spLocks noGrp="1"/>
          </p:cNvSpPr>
          <p:nvPr>
            <p:ph type="sldNum" sz="quarter" idx="12"/>
          </p:nvPr>
        </p:nvSpPr>
        <p:spPr/>
        <p:txBody>
          <a:bodyPr/>
          <a:lstStyle/>
          <a:p>
            <a:fld id="{B3284CE9-EFAB-9F4B-868A-1F02DB69B64D}" type="slidenum">
              <a:rPr lang="en-GB" smtClean="0"/>
              <a:pPr/>
              <a:t>‹#›</a:t>
            </a:fld>
            <a:endParaRPr lang="en-GB"/>
          </a:p>
        </p:txBody>
      </p:sp>
      <p:sp>
        <p:nvSpPr>
          <p:cNvPr id="6" name="Rectangle 5">
            <a:extLst>
              <a:ext uri="{FF2B5EF4-FFF2-40B4-BE49-F238E27FC236}">
                <a16:creationId xmlns:a16="http://schemas.microsoft.com/office/drawing/2014/main" id="{CBAD3437-DA4D-95E6-C604-B801DD490A2B}"/>
              </a:ext>
            </a:extLst>
          </p:cNvPr>
          <p:cNvSpPr/>
          <p:nvPr userDrawn="1"/>
        </p:nvSpPr>
        <p:spPr>
          <a:xfrm>
            <a:off x="326655" y="369182"/>
            <a:ext cx="46800" cy="669600"/>
          </a:xfrm>
          <a:prstGeom prst="rect">
            <a:avLst/>
          </a:prstGeom>
          <a:solidFill>
            <a:srgbClr val="FF824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err="1">
              <a:solidFill>
                <a:schemeClr val="tx1"/>
              </a:solidFill>
            </a:endParaRPr>
          </a:p>
        </p:txBody>
      </p:sp>
    </p:spTree>
    <p:extLst>
      <p:ext uri="{BB962C8B-B14F-4D97-AF65-F5344CB8AC3E}">
        <p14:creationId xmlns:p14="http://schemas.microsoft.com/office/powerpoint/2010/main" val="7319805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44328-5D33-79E6-EA9D-106B6FDB4ACD}"/>
              </a:ext>
            </a:extLst>
          </p:cNvPr>
          <p:cNvSpPr>
            <a:spLocks noGrp="1"/>
          </p:cNvSpPr>
          <p:nvPr>
            <p:ph type="title"/>
          </p:nvPr>
        </p:nvSpPr>
        <p:spPr>
          <a:xfrm>
            <a:off x="556018" y="260350"/>
            <a:ext cx="9140361" cy="936625"/>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A19A563-B989-C08E-69F7-5F3B3B7F1A08}"/>
              </a:ext>
            </a:extLst>
          </p:cNvPr>
          <p:cNvSpPr>
            <a:spLocks noGrp="1"/>
          </p:cNvSpPr>
          <p:nvPr>
            <p:ph type="body" idx="1"/>
          </p:nvPr>
        </p:nvSpPr>
        <p:spPr>
          <a:xfrm>
            <a:off x="557963" y="1273257"/>
            <a:ext cx="5158800" cy="823912"/>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DEFC3A-09D5-7317-6BC4-80D320CF070A}"/>
              </a:ext>
            </a:extLst>
          </p:cNvPr>
          <p:cNvSpPr>
            <a:spLocks noGrp="1"/>
          </p:cNvSpPr>
          <p:nvPr>
            <p:ph sz="half" idx="2"/>
          </p:nvPr>
        </p:nvSpPr>
        <p:spPr>
          <a:xfrm>
            <a:off x="556017" y="2128598"/>
            <a:ext cx="5158800" cy="4108690"/>
          </a:xfrm>
        </p:spPr>
        <p:txBody>
          <a:bodyPr/>
          <a:lstStyle/>
          <a:p>
            <a:pPr lvl="0"/>
            <a:r>
              <a:rPr lang="en-US"/>
              <a:t>Click to edit Master text styles</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CFCB2B99-24E5-5D31-7324-B86CD0AA5BD2}"/>
              </a:ext>
            </a:extLst>
          </p:cNvPr>
          <p:cNvSpPr>
            <a:spLocks noGrp="1"/>
          </p:cNvSpPr>
          <p:nvPr>
            <p:ph type="body" sz="quarter" idx="3"/>
          </p:nvPr>
        </p:nvSpPr>
        <p:spPr>
          <a:xfrm>
            <a:off x="6193329" y="1271588"/>
            <a:ext cx="5158800" cy="823911"/>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B6A53D-9424-AA42-3AF2-FA8D4E6DCEAF}"/>
              </a:ext>
            </a:extLst>
          </p:cNvPr>
          <p:cNvSpPr>
            <a:spLocks noGrp="1"/>
          </p:cNvSpPr>
          <p:nvPr>
            <p:ph sz="quarter" idx="4"/>
          </p:nvPr>
        </p:nvSpPr>
        <p:spPr>
          <a:xfrm>
            <a:off x="6193329" y="2128599"/>
            <a:ext cx="5158800" cy="4108690"/>
          </a:xfrm>
        </p:spPr>
        <p:txBody>
          <a:bodyPr/>
          <a:lstStyle/>
          <a:p>
            <a:pPr lvl="0"/>
            <a:r>
              <a:rPr lang="en-US"/>
              <a:t>Click to edit Master text styles</a:t>
            </a:r>
          </a:p>
          <a:p>
            <a:pPr lvl="1"/>
            <a:r>
              <a:rPr lang="en-US"/>
              <a:t>Second level</a:t>
            </a:r>
          </a:p>
          <a:p>
            <a:pPr lvl="2"/>
            <a:r>
              <a:rPr lang="en-US"/>
              <a:t>Third level</a:t>
            </a:r>
          </a:p>
        </p:txBody>
      </p:sp>
      <p:sp>
        <p:nvSpPr>
          <p:cNvPr id="11" name="Date Placeholder 10">
            <a:extLst>
              <a:ext uri="{FF2B5EF4-FFF2-40B4-BE49-F238E27FC236}">
                <a16:creationId xmlns:a16="http://schemas.microsoft.com/office/drawing/2014/main" id="{85764F4E-BB58-1E76-1F57-CD1866C1DF6C}"/>
              </a:ext>
            </a:extLst>
          </p:cNvPr>
          <p:cNvSpPr>
            <a:spLocks noGrp="1"/>
          </p:cNvSpPr>
          <p:nvPr>
            <p:ph type="dt" sz="half" idx="10"/>
          </p:nvPr>
        </p:nvSpPr>
        <p:spPr/>
        <p:txBody>
          <a:bodyPr/>
          <a:lstStyle/>
          <a:p>
            <a:r>
              <a:rPr lang="en-SE"/>
              <a:t>2023-09-13</a:t>
            </a:r>
            <a:endParaRPr lang="en-GB"/>
          </a:p>
        </p:txBody>
      </p:sp>
      <p:sp>
        <p:nvSpPr>
          <p:cNvPr id="12" name="Footer Placeholder 11">
            <a:extLst>
              <a:ext uri="{FF2B5EF4-FFF2-40B4-BE49-F238E27FC236}">
                <a16:creationId xmlns:a16="http://schemas.microsoft.com/office/drawing/2014/main" id="{DD0E0000-5995-F16D-D23D-A43604E224B4}"/>
              </a:ext>
            </a:extLst>
          </p:cNvPr>
          <p:cNvSpPr>
            <a:spLocks noGrp="1"/>
          </p:cNvSpPr>
          <p:nvPr>
            <p:ph type="ftr" sz="quarter" idx="11"/>
          </p:nvPr>
        </p:nvSpPr>
        <p:spPr/>
        <p:txBody>
          <a:bodyPr/>
          <a:lstStyle/>
          <a:p>
            <a:r>
              <a:rPr lang="en-GB"/>
              <a:t>[ramin.karim@ltu.se]</a:t>
            </a:r>
          </a:p>
        </p:txBody>
      </p:sp>
      <p:sp>
        <p:nvSpPr>
          <p:cNvPr id="13" name="Slide Number Placeholder 12">
            <a:extLst>
              <a:ext uri="{FF2B5EF4-FFF2-40B4-BE49-F238E27FC236}">
                <a16:creationId xmlns:a16="http://schemas.microsoft.com/office/drawing/2014/main" id="{0AF98757-C782-C4CD-6155-C3263796D6AF}"/>
              </a:ext>
            </a:extLst>
          </p:cNvPr>
          <p:cNvSpPr>
            <a:spLocks noGrp="1"/>
          </p:cNvSpPr>
          <p:nvPr>
            <p:ph type="sldNum" sz="quarter" idx="12"/>
          </p:nvPr>
        </p:nvSpPr>
        <p:spPr/>
        <p:txBody>
          <a:bodyPr/>
          <a:lstStyle/>
          <a:p>
            <a:fld id="{B3284CE9-EFAB-9F4B-868A-1F02DB69B64D}" type="slidenum">
              <a:rPr lang="en-GB" smtClean="0"/>
              <a:pPr/>
              <a:t>‹#›</a:t>
            </a:fld>
            <a:endParaRPr lang="en-GB"/>
          </a:p>
        </p:txBody>
      </p:sp>
      <p:sp>
        <p:nvSpPr>
          <p:cNvPr id="8" name="Rectangle 7">
            <a:extLst>
              <a:ext uri="{FF2B5EF4-FFF2-40B4-BE49-F238E27FC236}">
                <a16:creationId xmlns:a16="http://schemas.microsoft.com/office/drawing/2014/main" id="{EF490125-35BD-D56C-EC46-77AED4FE6F0D}"/>
              </a:ext>
            </a:extLst>
          </p:cNvPr>
          <p:cNvSpPr/>
          <p:nvPr userDrawn="1"/>
        </p:nvSpPr>
        <p:spPr>
          <a:xfrm>
            <a:off x="326655" y="369182"/>
            <a:ext cx="46800" cy="669600"/>
          </a:xfrm>
          <a:prstGeom prst="rect">
            <a:avLst/>
          </a:prstGeom>
          <a:solidFill>
            <a:srgbClr val="FF824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err="1">
              <a:solidFill>
                <a:schemeClr val="tx1"/>
              </a:solidFill>
            </a:endParaRPr>
          </a:p>
        </p:txBody>
      </p:sp>
    </p:spTree>
    <p:extLst>
      <p:ext uri="{BB962C8B-B14F-4D97-AF65-F5344CB8AC3E}">
        <p14:creationId xmlns:p14="http://schemas.microsoft.com/office/powerpoint/2010/main" val="23050198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4B207-5C5B-70B1-F426-BF729ED9979B}"/>
              </a:ext>
            </a:extLst>
          </p:cNvPr>
          <p:cNvSpPr>
            <a:spLocks noGrp="1"/>
          </p:cNvSpPr>
          <p:nvPr>
            <p:ph type="title"/>
          </p:nvPr>
        </p:nvSpPr>
        <p:spPr/>
        <p:txBody>
          <a:bodyPr/>
          <a:lstStyle/>
          <a:p>
            <a:r>
              <a:rPr lang="en-US"/>
              <a:t>Click to edit Master title style</a:t>
            </a:r>
            <a:endParaRPr lang="en-GB"/>
          </a:p>
        </p:txBody>
      </p:sp>
      <p:sp>
        <p:nvSpPr>
          <p:cNvPr id="7" name="Date Placeholder 6">
            <a:extLst>
              <a:ext uri="{FF2B5EF4-FFF2-40B4-BE49-F238E27FC236}">
                <a16:creationId xmlns:a16="http://schemas.microsoft.com/office/drawing/2014/main" id="{E311C86D-CCBE-7B4F-D500-53D92BB945DF}"/>
              </a:ext>
            </a:extLst>
          </p:cNvPr>
          <p:cNvSpPr>
            <a:spLocks noGrp="1"/>
          </p:cNvSpPr>
          <p:nvPr>
            <p:ph type="dt" sz="half" idx="10"/>
          </p:nvPr>
        </p:nvSpPr>
        <p:spPr>
          <a:xfrm>
            <a:off x="10011820" y="6529296"/>
            <a:ext cx="1138665" cy="365125"/>
          </a:xfrm>
        </p:spPr>
        <p:txBody>
          <a:bodyPr/>
          <a:lstStyle/>
          <a:p>
            <a:r>
              <a:rPr lang="en-SE"/>
              <a:t>2023-09-13</a:t>
            </a:r>
            <a:endParaRPr lang="en-GB"/>
          </a:p>
        </p:txBody>
      </p:sp>
      <p:sp>
        <p:nvSpPr>
          <p:cNvPr id="8" name="Footer Placeholder 7">
            <a:extLst>
              <a:ext uri="{FF2B5EF4-FFF2-40B4-BE49-F238E27FC236}">
                <a16:creationId xmlns:a16="http://schemas.microsoft.com/office/drawing/2014/main" id="{9D3D4056-AA15-7878-CDA2-B83349EEE2A5}"/>
              </a:ext>
            </a:extLst>
          </p:cNvPr>
          <p:cNvSpPr>
            <a:spLocks noGrp="1"/>
          </p:cNvSpPr>
          <p:nvPr>
            <p:ph type="ftr" sz="quarter" idx="11"/>
          </p:nvPr>
        </p:nvSpPr>
        <p:spPr/>
        <p:txBody>
          <a:bodyPr/>
          <a:lstStyle/>
          <a:p>
            <a:r>
              <a:rPr lang="en-GB"/>
              <a:t>[ramin.karim@ltu.se]</a:t>
            </a:r>
          </a:p>
        </p:txBody>
      </p:sp>
      <p:sp>
        <p:nvSpPr>
          <p:cNvPr id="9" name="Slide Number Placeholder 8">
            <a:extLst>
              <a:ext uri="{FF2B5EF4-FFF2-40B4-BE49-F238E27FC236}">
                <a16:creationId xmlns:a16="http://schemas.microsoft.com/office/drawing/2014/main" id="{0BA3BA4F-988F-2CF0-8507-006EF782725D}"/>
              </a:ext>
            </a:extLst>
          </p:cNvPr>
          <p:cNvSpPr>
            <a:spLocks noGrp="1"/>
          </p:cNvSpPr>
          <p:nvPr>
            <p:ph type="sldNum" sz="quarter" idx="12"/>
          </p:nvPr>
        </p:nvSpPr>
        <p:spPr/>
        <p:txBody>
          <a:bodyPr/>
          <a:lstStyle/>
          <a:p>
            <a:fld id="{B3284CE9-EFAB-9F4B-868A-1F02DB69B64D}" type="slidenum">
              <a:rPr lang="en-GB" smtClean="0"/>
              <a:pPr/>
              <a:t>‹#›</a:t>
            </a:fld>
            <a:endParaRPr lang="en-GB"/>
          </a:p>
        </p:txBody>
      </p:sp>
      <p:sp>
        <p:nvSpPr>
          <p:cNvPr id="3" name="Rectangle 2">
            <a:extLst>
              <a:ext uri="{FF2B5EF4-FFF2-40B4-BE49-F238E27FC236}">
                <a16:creationId xmlns:a16="http://schemas.microsoft.com/office/drawing/2014/main" id="{C3EA7E53-0637-3E43-AE9E-B2575CDF5043}"/>
              </a:ext>
            </a:extLst>
          </p:cNvPr>
          <p:cNvSpPr/>
          <p:nvPr userDrawn="1"/>
        </p:nvSpPr>
        <p:spPr>
          <a:xfrm>
            <a:off x="326655" y="369182"/>
            <a:ext cx="46800" cy="669600"/>
          </a:xfrm>
          <a:prstGeom prst="rect">
            <a:avLst/>
          </a:prstGeom>
          <a:solidFill>
            <a:srgbClr val="FF824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err="1">
              <a:solidFill>
                <a:schemeClr val="tx1"/>
              </a:solidFill>
            </a:endParaRPr>
          </a:p>
        </p:txBody>
      </p:sp>
    </p:spTree>
    <p:extLst>
      <p:ext uri="{BB962C8B-B14F-4D97-AF65-F5344CB8AC3E}">
        <p14:creationId xmlns:p14="http://schemas.microsoft.com/office/powerpoint/2010/main" val="41446357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and 3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4B207-5C5B-70B1-F426-BF729ED9979B}"/>
              </a:ext>
            </a:extLst>
          </p:cNvPr>
          <p:cNvSpPr>
            <a:spLocks noGrp="1"/>
          </p:cNvSpPr>
          <p:nvPr>
            <p:ph type="title"/>
          </p:nvPr>
        </p:nvSpPr>
        <p:spPr/>
        <p:txBody>
          <a:bodyPr/>
          <a:lstStyle/>
          <a:p>
            <a:r>
              <a:rPr lang="en-US"/>
              <a:t>Click to edit Master title style</a:t>
            </a:r>
            <a:endParaRPr lang="en-GB"/>
          </a:p>
        </p:txBody>
      </p:sp>
      <p:sp>
        <p:nvSpPr>
          <p:cNvPr id="7" name="Diamond 6">
            <a:extLst>
              <a:ext uri="{FF2B5EF4-FFF2-40B4-BE49-F238E27FC236}">
                <a16:creationId xmlns:a16="http://schemas.microsoft.com/office/drawing/2014/main" id="{409703DE-0B40-92D6-7E75-446C4277411D}"/>
              </a:ext>
            </a:extLst>
          </p:cNvPr>
          <p:cNvSpPr>
            <a:spLocks noChangeAspect="1"/>
          </p:cNvSpPr>
          <p:nvPr/>
        </p:nvSpPr>
        <p:spPr>
          <a:xfrm>
            <a:off x="1843838" y="1534917"/>
            <a:ext cx="1332000" cy="1332000"/>
          </a:xfrm>
          <a:prstGeom prst="diamond">
            <a:avLst/>
          </a:prstGeom>
          <a:solidFill>
            <a:srgbClr val="88A5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Diamond 8">
            <a:extLst>
              <a:ext uri="{FF2B5EF4-FFF2-40B4-BE49-F238E27FC236}">
                <a16:creationId xmlns:a16="http://schemas.microsoft.com/office/drawing/2014/main" id="{C97DB4E4-B12A-ABC4-EE77-9A8184A4CF83}"/>
              </a:ext>
            </a:extLst>
          </p:cNvPr>
          <p:cNvSpPr>
            <a:spLocks noChangeAspect="1"/>
          </p:cNvSpPr>
          <p:nvPr/>
        </p:nvSpPr>
        <p:spPr>
          <a:xfrm>
            <a:off x="5435627" y="1526156"/>
            <a:ext cx="1335034" cy="1332000"/>
          </a:xfrm>
          <a:prstGeom prst="diamond">
            <a:avLst/>
          </a:prstGeom>
          <a:solidFill>
            <a:srgbClr val="88A5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iamond 7">
            <a:extLst>
              <a:ext uri="{FF2B5EF4-FFF2-40B4-BE49-F238E27FC236}">
                <a16:creationId xmlns:a16="http://schemas.microsoft.com/office/drawing/2014/main" id="{8F510103-25EF-6882-5EFC-4E60C975058D}"/>
              </a:ext>
            </a:extLst>
          </p:cNvPr>
          <p:cNvSpPr/>
          <p:nvPr/>
        </p:nvSpPr>
        <p:spPr>
          <a:xfrm>
            <a:off x="9030450" y="1527990"/>
            <a:ext cx="1332000" cy="1332000"/>
          </a:xfrm>
          <a:prstGeom prst="diamond">
            <a:avLst/>
          </a:prstGeom>
          <a:solidFill>
            <a:srgbClr val="88A5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 Placeholder 22">
            <a:extLst>
              <a:ext uri="{FF2B5EF4-FFF2-40B4-BE49-F238E27FC236}">
                <a16:creationId xmlns:a16="http://schemas.microsoft.com/office/drawing/2014/main" id="{9167CBE1-D4A5-39E5-479C-7EFD23F6DBC4}"/>
              </a:ext>
            </a:extLst>
          </p:cNvPr>
          <p:cNvSpPr>
            <a:spLocks noGrp="1"/>
          </p:cNvSpPr>
          <p:nvPr>
            <p:ph type="body" sz="quarter" idx="13" hasCustomPrompt="1"/>
          </p:nvPr>
        </p:nvSpPr>
        <p:spPr>
          <a:xfrm>
            <a:off x="1252538" y="3202960"/>
            <a:ext cx="2514600" cy="3017563"/>
          </a:xfrm>
        </p:spPr>
        <p:txBody>
          <a:bodyPr>
            <a:normAutofit/>
          </a:bodyPr>
          <a:lstStyle>
            <a:lvl1pPr marL="0" indent="0" algn="ctr">
              <a:buNone/>
              <a:defRPr sz="2000">
                <a:solidFill>
                  <a:schemeClr val="tx1"/>
                </a:solidFill>
              </a:defRPr>
            </a:lvl1pPr>
          </a:lstStyle>
          <a:p>
            <a:pPr lvl="0"/>
            <a:r>
              <a:rPr lang="en-US"/>
              <a:t>Click to add text</a:t>
            </a:r>
          </a:p>
        </p:txBody>
      </p:sp>
      <p:sp>
        <p:nvSpPr>
          <p:cNvPr id="11" name="Text Placeholder 22">
            <a:extLst>
              <a:ext uri="{FF2B5EF4-FFF2-40B4-BE49-F238E27FC236}">
                <a16:creationId xmlns:a16="http://schemas.microsoft.com/office/drawing/2014/main" id="{E1EB0914-1DDA-AE1D-BDA5-402E8A024897}"/>
              </a:ext>
            </a:extLst>
          </p:cNvPr>
          <p:cNvSpPr>
            <a:spLocks noGrp="1"/>
          </p:cNvSpPr>
          <p:nvPr>
            <p:ph type="body" sz="quarter" idx="14" hasCustomPrompt="1"/>
          </p:nvPr>
        </p:nvSpPr>
        <p:spPr>
          <a:xfrm>
            <a:off x="4838700" y="3219725"/>
            <a:ext cx="2514600" cy="3000798"/>
          </a:xfrm>
        </p:spPr>
        <p:txBody>
          <a:bodyPr>
            <a:normAutofit/>
          </a:bodyPr>
          <a:lstStyle>
            <a:lvl1pPr marL="0" indent="0" algn="ctr">
              <a:buNone/>
              <a:defRPr sz="2000">
                <a:solidFill>
                  <a:schemeClr val="tx1"/>
                </a:solidFill>
              </a:defRPr>
            </a:lvl1pPr>
          </a:lstStyle>
          <a:p>
            <a:pPr lvl="0"/>
            <a:r>
              <a:rPr lang="en-US"/>
              <a:t>Click to add text</a:t>
            </a:r>
          </a:p>
        </p:txBody>
      </p:sp>
      <p:sp>
        <p:nvSpPr>
          <p:cNvPr id="12" name="Text Placeholder 22">
            <a:extLst>
              <a:ext uri="{FF2B5EF4-FFF2-40B4-BE49-F238E27FC236}">
                <a16:creationId xmlns:a16="http://schemas.microsoft.com/office/drawing/2014/main" id="{2B851FFB-165C-3B98-2A2D-89EEFC68831E}"/>
              </a:ext>
            </a:extLst>
          </p:cNvPr>
          <p:cNvSpPr>
            <a:spLocks noGrp="1"/>
          </p:cNvSpPr>
          <p:nvPr>
            <p:ph type="body" sz="quarter" idx="15" hasCustomPrompt="1"/>
          </p:nvPr>
        </p:nvSpPr>
        <p:spPr>
          <a:xfrm>
            <a:off x="8439150" y="3219724"/>
            <a:ext cx="2514600" cy="3000799"/>
          </a:xfrm>
        </p:spPr>
        <p:txBody>
          <a:bodyPr>
            <a:normAutofit/>
          </a:bodyPr>
          <a:lstStyle>
            <a:lvl1pPr marL="0" indent="0" algn="ctr">
              <a:buNone/>
              <a:defRPr sz="2000">
                <a:solidFill>
                  <a:schemeClr val="tx1"/>
                </a:solidFill>
              </a:defRPr>
            </a:lvl1pPr>
          </a:lstStyle>
          <a:p>
            <a:pPr lvl="0"/>
            <a:r>
              <a:rPr lang="en-US"/>
              <a:t>Click to add text</a:t>
            </a:r>
          </a:p>
        </p:txBody>
      </p:sp>
      <p:sp>
        <p:nvSpPr>
          <p:cNvPr id="13" name="Text Placeholder 17">
            <a:extLst>
              <a:ext uri="{FF2B5EF4-FFF2-40B4-BE49-F238E27FC236}">
                <a16:creationId xmlns:a16="http://schemas.microsoft.com/office/drawing/2014/main" id="{820B66CE-B3E3-361A-D0D7-46E022FA148D}"/>
              </a:ext>
            </a:extLst>
          </p:cNvPr>
          <p:cNvSpPr>
            <a:spLocks noGrp="1"/>
          </p:cNvSpPr>
          <p:nvPr>
            <p:ph type="body" sz="quarter" idx="17" hasCustomPrompt="1"/>
          </p:nvPr>
        </p:nvSpPr>
        <p:spPr>
          <a:xfrm>
            <a:off x="2187664" y="1849924"/>
            <a:ext cx="717046" cy="700087"/>
          </a:xfrm>
        </p:spPr>
        <p:txBody>
          <a:bodyPr anchor="ctr">
            <a:normAutofit/>
          </a:bodyPr>
          <a:lstStyle>
            <a:lvl1pPr marL="9525" indent="0" algn="ctr">
              <a:buNone/>
              <a:defRPr sz="4000" b="1">
                <a:solidFill>
                  <a:srgbClr val="032040"/>
                </a:solidFill>
              </a:defRPr>
            </a:lvl1pPr>
          </a:lstStyle>
          <a:p>
            <a:pPr lvl="0"/>
            <a:r>
              <a:rPr lang="en-GB"/>
              <a:t>##</a:t>
            </a:r>
          </a:p>
        </p:txBody>
      </p:sp>
      <p:sp>
        <p:nvSpPr>
          <p:cNvPr id="14" name="Text Placeholder 17">
            <a:extLst>
              <a:ext uri="{FF2B5EF4-FFF2-40B4-BE49-F238E27FC236}">
                <a16:creationId xmlns:a16="http://schemas.microsoft.com/office/drawing/2014/main" id="{064A1FD1-C27F-7258-AB74-C0ABF5487D77}"/>
              </a:ext>
            </a:extLst>
          </p:cNvPr>
          <p:cNvSpPr>
            <a:spLocks noGrp="1"/>
          </p:cNvSpPr>
          <p:nvPr>
            <p:ph type="body" sz="quarter" idx="20" hasCustomPrompt="1"/>
          </p:nvPr>
        </p:nvSpPr>
        <p:spPr>
          <a:xfrm>
            <a:off x="5767199" y="1858306"/>
            <a:ext cx="717046" cy="700087"/>
          </a:xfrm>
        </p:spPr>
        <p:txBody>
          <a:bodyPr anchor="ctr">
            <a:normAutofit/>
          </a:bodyPr>
          <a:lstStyle>
            <a:lvl1pPr marL="9525" indent="0" algn="ctr">
              <a:buNone/>
              <a:defRPr sz="4000" b="1">
                <a:solidFill>
                  <a:srgbClr val="032040"/>
                </a:solidFill>
              </a:defRPr>
            </a:lvl1pPr>
          </a:lstStyle>
          <a:p>
            <a:pPr lvl="0"/>
            <a:r>
              <a:rPr lang="en-GB"/>
              <a:t>##</a:t>
            </a:r>
          </a:p>
        </p:txBody>
      </p:sp>
      <p:sp>
        <p:nvSpPr>
          <p:cNvPr id="15" name="Text Placeholder 17">
            <a:extLst>
              <a:ext uri="{FF2B5EF4-FFF2-40B4-BE49-F238E27FC236}">
                <a16:creationId xmlns:a16="http://schemas.microsoft.com/office/drawing/2014/main" id="{C7EA22F4-FA2B-9319-674E-3EC84C0E5A03}"/>
              </a:ext>
            </a:extLst>
          </p:cNvPr>
          <p:cNvSpPr>
            <a:spLocks noGrp="1"/>
          </p:cNvSpPr>
          <p:nvPr>
            <p:ph type="body" sz="quarter" idx="21" hasCustomPrompt="1"/>
          </p:nvPr>
        </p:nvSpPr>
        <p:spPr>
          <a:xfrm>
            <a:off x="9360505" y="1842112"/>
            <a:ext cx="717046" cy="700087"/>
          </a:xfrm>
        </p:spPr>
        <p:txBody>
          <a:bodyPr anchor="ctr">
            <a:normAutofit/>
          </a:bodyPr>
          <a:lstStyle>
            <a:lvl1pPr marL="9525" indent="0" algn="ctr">
              <a:buNone/>
              <a:defRPr sz="4000" b="1">
                <a:solidFill>
                  <a:srgbClr val="032040"/>
                </a:solidFill>
              </a:defRPr>
            </a:lvl1pPr>
          </a:lstStyle>
          <a:p>
            <a:pPr lvl="0"/>
            <a:r>
              <a:rPr lang="en-GB"/>
              <a:t>##</a:t>
            </a:r>
          </a:p>
        </p:txBody>
      </p:sp>
      <p:sp>
        <p:nvSpPr>
          <p:cNvPr id="3" name="Rectangle 2">
            <a:extLst>
              <a:ext uri="{FF2B5EF4-FFF2-40B4-BE49-F238E27FC236}">
                <a16:creationId xmlns:a16="http://schemas.microsoft.com/office/drawing/2014/main" id="{C7E0C9C9-479A-1435-4FE8-E70E6D8D9DE8}"/>
              </a:ext>
            </a:extLst>
          </p:cNvPr>
          <p:cNvSpPr/>
          <p:nvPr userDrawn="1"/>
        </p:nvSpPr>
        <p:spPr>
          <a:xfrm>
            <a:off x="-1792270" y="0"/>
            <a:ext cx="1658228" cy="6731000"/>
          </a:xfrm>
          <a:prstGeom prst="rect">
            <a:avLst/>
          </a:prstGeom>
          <a:solidFill>
            <a:srgbClr val="FFFCDB"/>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rtlCol="0" anchor="t"/>
          <a:lstStyle/>
          <a:p>
            <a:pPr algn="l"/>
            <a:r>
              <a:rPr lang="en-GB" sz="1200" b="1">
                <a:solidFill>
                  <a:srgbClr val="1A1918"/>
                </a:solidFill>
              </a:rPr>
              <a:t>LAYOUT GUIDE</a:t>
            </a:r>
          </a:p>
          <a:p>
            <a:pPr algn="l"/>
            <a:endParaRPr lang="en-GB" sz="1200">
              <a:solidFill>
                <a:srgbClr val="1A1918"/>
              </a:solidFill>
            </a:endParaRPr>
          </a:p>
          <a:p>
            <a:pPr algn="l"/>
            <a:r>
              <a:rPr lang="en-GB" sz="1200">
                <a:solidFill>
                  <a:srgbClr val="1A1918"/>
                </a:solidFill>
              </a:rPr>
              <a:t>This slide can be used to replace bullet points.  </a:t>
            </a:r>
          </a:p>
          <a:p>
            <a:pPr algn="l"/>
            <a:endParaRPr lang="en-GB" sz="1200">
              <a:solidFill>
                <a:srgbClr val="1A1918"/>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srgbClr val="1A1918"/>
                </a:solidFill>
              </a:rPr>
              <a:t>You may wish to add numbers or icons to help describe your content. The colour should be </a:t>
            </a:r>
            <a:r>
              <a:rPr lang="en-GB" sz="1200" b="1">
                <a:solidFill>
                  <a:srgbClr val="1A1918"/>
                </a:solidFill>
              </a:rPr>
              <a:t>HEX#032040</a:t>
            </a:r>
            <a:r>
              <a:rPr lang="en-GB" sz="1200">
                <a:solidFill>
                  <a:srgbClr val="1A1918"/>
                </a:solidFill>
              </a:rPr>
              <a:t>.</a:t>
            </a:r>
          </a:p>
          <a:p>
            <a:pPr algn="l"/>
            <a:endParaRPr lang="en-GB" sz="1200">
              <a:solidFill>
                <a:srgbClr val="1A1918"/>
              </a:solidFill>
            </a:endParaRPr>
          </a:p>
          <a:p>
            <a:pPr algn="l"/>
            <a:r>
              <a:rPr lang="en-GB" sz="1200">
                <a:solidFill>
                  <a:srgbClr val="1A1918"/>
                </a:solidFill>
              </a:rPr>
              <a:t>Simply click on the ## placeholder to add a number. They are already formatted to be 40 point font and bold.</a:t>
            </a:r>
          </a:p>
          <a:p>
            <a:pPr algn="l"/>
            <a:endParaRPr lang="en-GB" sz="1200">
              <a:solidFill>
                <a:srgbClr val="1A1918"/>
              </a:solidFill>
            </a:endParaRPr>
          </a:p>
          <a:p>
            <a:pPr algn="l"/>
            <a:r>
              <a:rPr lang="en-GB" sz="1200">
                <a:solidFill>
                  <a:srgbClr val="1A1918"/>
                </a:solidFill>
              </a:rPr>
              <a:t>To add an icon, delete the ## placeholder and go to </a:t>
            </a:r>
            <a:r>
              <a:rPr lang="en-GB" sz="1200" b="1">
                <a:solidFill>
                  <a:srgbClr val="1A1918"/>
                </a:solidFill>
              </a:rPr>
              <a:t>Insert </a:t>
            </a:r>
            <a:r>
              <a:rPr lang="en-GB" sz="1200">
                <a:solidFill>
                  <a:srgbClr val="1A1918"/>
                </a:solidFill>
              </a:rPr>
              <a:t>&gt; </a:t>
            </a:r>
            <a:r>
              <a:rPr lang="en-GB" sz="1200" b="1">
                <a:solidFill>
                  <a:srgbClr val="1A1918"/>
                </a:solidFill>
              </a:rPr>
              <a:t>Icons</a:t>
            </a:r>
          </a:p>
          <a:p>
            <a:pPr algn="l"/>
            <a:endParaRPr lang="en-GB" sz="1200">
              <a:solidFill>
                <a:srgbClr val="1A1918"/>
              </a:solidFill>
            </a:endParaRPr>
          </a:p>
          <a:p>
            <a:pPr algn="l"/>
            <a:r>
              <a:rPr lang="en-GB" sz="1200">
                <a:solidFill>
                  <a:srgbClr val="1A1918"/>
                </a:solidFill>
              </a:rPr>
              <a:t>The size for icons should be 2x2 cm.</a:t>
            </a:r>
          </a:p>
          <a:p>
            <a:pPr algn="l"/>
            <a:r>
              <a:rPr lang="en-GB" sz="1200">
                <a:solidFill>
                  <a:srgbClr val="1A1918"/>
                </a:solidFill>
              </a:rPr>
              <a:t>Resizing is done in the Graphics Format tab. </a:t>
            </a:r>
            <a:endParaRPr lang="en-GB" sz="1200">
              <a:solidFill>
                <a:schemeClr val="tx1"/>
              </a:solidFill>
            </a:endParaRPr>
          </a:p>
          <a:p>
            <a:pPr algn="l"/>
            <a:r>
              <a:rPr lang="en-GB" sz="1200">
                <a:solidFill>
                  <a:schemeClr val="accent5">
                    <a:lumMod val="40000"/>
                    <a:lumOff val="60000"/>
                  </a:schemeClr>
                </a:solidFill>
              </a:rPr>
              <a:t>--------------</a:t>
            </a:r>
          </a:p>
          <a:p>
            <a:pPr algn="l"/>
            <a:r>
              <a:rPr lang="en-GB" sz="1050" i="1">
                <a:solidFill>
                  <a:srgbClr val="767776"/>
                </a:solidFill>
              </a:rPr>
              <a:t>This info box will not appear when you present your slide.</a:t>
            </a:r>
          </a:p>
        </p:txBody>
      </p:sp>
      <p:sp>
        <p:nvSpPr>
          <p:cNvPr id="17" name="Date Placeholder 16">
            <a:extLst>
              <a:ext uri="{FF2B5EF4-FFF2-40B4-BE49-F238E27FC236}">
                <a16:creationId xmlns:a16="http://schemas.microsoft.com/office/drawing/2014/main" id="{CFC122BC-A3DA-14DB-8070-BBE2C86324EF}"/>
              </a:ext>
            </a:extLst>
          </p:cNvPr>
          <p:cNvSpPr>
            <a:spLocks noGrp="1"/>
          </p:cNvSpPr>
          <p:nvPr>
            <p:ph type="dt" sz="half" idx="22"/>
          </p:nvPr>
        </p:nvSpPr>
        <p:spPr/>
        <p:txBody>
          <a:bodyPr/>
          <a:lstStyle/>
          <a:p>
            <a:r>
              <a:rPr lang="en-SE"/>
              <a:t>2023-09-13</a:t>
            </a:r>
            <a:endParaRPr lang="en-GB"/>
          </a:p>
        </p:txBody>
      </p:sp>
      <p:sp>
        <p:nvSpPr>
          <p:cNvPr id="18" name="Footer Placeholder 17">
            <a:extLst>
              <a:ext uri="{FF2B5EF4-FFF2-40B4-BE49-F238E27FC236}">
                <a16:creationId xmlns:a16="http://schemas.microsoft.com/office/drawing/2014/main" id="{2C00E756-912D-0A6D-9046-EF8860F275B9}"/>
              </a:ext>
            </a:extLst>
          </p:cNvPr>
          <p:cNvSpPr>
            <a:spLocks noGrp="1"/>
          </p:cNvSpPr>
          <p:nvPr>
            <p:ph type="ftr" sz="quarter" idx="23"/>
          </p:nvPr>
        </p:nvSpPr>
        <p:spPr/>
        <p:txBody>
          <a:bodyPr/>
          <a:lstStyle/>
          <a:p>
            <a:r>
              <a:rPr lang="en-GB"/>
              <a:t>[ramin.karim@ltu.se]</a:t>
            </a:r>
          </a:p>
        </p:txBody>
      </p:sp>
      <p:sp>
        <p:nvSpPr>
          <p:cNvPr id="19" name="Slide Number Placeholder 18">
            <a:extLst>
              <a:ext uri="{FF2B5EF4-FFF2-40B4-BE49-F238E27FC236}">
                <a16:creationId xmlns:a16="http://schemas.microsoft.com/office/drawing/2014/main" id="{E7E3BBED-5AE6-B28C-4944-EE863FC2CB30}"/>
              </a:ext>
            </a:extLst>
          </p:cNvPr>
          <p:cNvSpPr>
            <a:spLocks noGrp="1"/>
          </p:cNvSpPr>
          <p:nvPr>
            <p:ph type="sldNum" sz="quarter" idx="24"/>
          </p:nvPr>
        </p:nvSpPr>
        <p:spPr/>
        <p:txBody>
          <a:bodyPr/>
          <a:lstStyle/>
          <a:p>
            <a:fld id="{B3284CE9-EFAB-9F4B-868A-1F02DB69B64D}" type="slidenum">
              <a:rPr lang="en-GB" smtClean="0"/>
              <a:pPr/>
              <a:t>‹#›</a:t>
            </a:fld>
            <a:endParaRPr lang="en-GB"/>
          </a:p>
        </p:txBody>
      </p:sp>
      <p:sp>
        <p:nvSpPr>
          <p:cNvPr id="4" name="Rectangle 3">
            <a:extLst>
              <a:ext uri="{FF2B5EF4-FFF2-40B4-BE49-F238E27FC236}">
                <a16:creationId xmlns:a16="http://schemas.microsoft.com/office/drawing/2014/main" id="{B5E75ADD-C399-2542-6372-9962D6E6019A}"/>
              </a:ext>
            </a:extLst>
          </p:cNvPr>
          <p:cNvSpPr/>
          <p:nvPr userDrawn="1"/>
        </p:nvSpPr>
        <p:spPr>
          <a:xfrm>
            <a:off x="326655" y="369182"/>
            <a:ext cx="46800" cy="669600"/>
          </a:xfrm>
          <a:prstGeom prst="rect">
            <a:avLst/>
          </a:prstGeom>
          <a:solidFill>
            <a:srgbClr val="FF824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err="1">
              <a:solidFill>
                <a:schemeClr val="tx1"/>
              </a:solidFill>
            </a:endParaRPr>
          </a:p>
        </p:txBody>
      </p:sp>
    </p:spTree>
    <p:extLst>
      <p:ext uri="{BB962C8B-B14F-4D97-AF65-F5344CB8AC3E}">
        <p14:creationId xmlns:p14="http://schemas.microsoft.com/office/powerpoint/2010/main" val="9073360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4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4B207-5C5B-70B1-F426-BF729ED9979B}"/>
              </a:ext>
            </a:extLst>
          </p:cNvPr>
          <p:cNvSpPr>
            <a:spLocks noGrp="1"/>
          </p:cNvSpPr>
          <p:nvPr>
            <p:ph type="title"/>
          </p:nvPr>
        </p:nvSpPr>
        <p:spPr/>
        <p:txBody>
          <a:bodyPr/>
          <a:lstStyle/>
          <a:p>
            <a:r>
              <a:rPr lang="en-US"/>
              <a:t>Click to edit Master title style</a:t>
            </a:r>
            <a:endParaRPr lang="en-GB"/>
          </a:p>
        </p:txBody>
      </p:sp>
      <p:sp>
        <p:nvSpPr>
          <p:cNvPr id="17" name="Diamond 16">
            <a:extLst>
              <a:ext uri="{FF2B5EF4-FFF2-40B4-BE49-F238E27FC236}">
                <a16:creationId xmlns:a16="http://schemas.microsoft.com/office/drawing/2014/main" id="{A3913290-0FEC-A506-ABBD-90A42D4D55B9}"/>
              </a:ext>
            </a:extLst>
          </p:cNvPr>
          <p:cNvSpPr>
            <a:spLocks noChangeAspect="1"/>
          </p:cNvSpPr>
          <p:nvPr/>
        </p:nvSpPr>
        <p:spPr>
          <a:xfrm>
            <a:off x="998445" y="1534917"/>
            <a:ext cx="1332000" cy="1332000"/>
          </a:xfrm>
          <a:prstGeom prst="diamond">
            <a:avLst/>
          </a:prstGeom>
          <a:solidFill>
            <a:srgbClr val="88A5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Diamond 17">
            <a:extLst>
              <a:ext uri="{FF2B5EF4-FFF2-40B4-BE49-F238E27FC236}">
                <a16:creationId xmlns:a16="http://schemas.microsoft.com/office/drawing/2014/main" id="{51219CFD-2E90-7C0C-A4C0-A31470F7D152}"/>
              </a:ext>
            </a:extLst>
          </p:cNvPr>
          <p:cNvSpPr>
            <a:spLocks noChangeAspect="1"/>
          </p:cNvSpPr>
          <p:nvPr/>
        </p:nvSpPr>
        <p:spPr>
          <a:xfrm>
            <a:off x="3966019" y="1512762"/>
            <a:ext cx="1335034" cy="1332000"/>
          </a:xfrm>
          <a:prstGeom prst="diamond">
            <a:avLst/>
          </a:prstGeom>
          <a:solidFill>
            <a:srgbClr val="88A5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 Placeholder 22">
            <a:extLst>
              <a:ext uri="{FF2B5EF4-FFF2-40B4-BE49-F238E27FC236}">
                <a16:creationId xmlns:a16="http://schemas.microsoft.com/office/drawing/2014/main" id="{F3263630-1B00-66C2-DDC1-F500B5BD4C41}"/>
              </a:ext>
            </a:extLst>
          </p:cNvPr>
          <p:cNvSpPr>
            <a:spLocks noGrp="1"/>
          </p:cNvSpPr>
          <p:nvPr>
            <p:ph type="body" sz="quarter" idx="13" hasCustomPrompt="1"/>
          </p:nvPr>
        </p:nvSpPr>
        <p:spPr>
          <a:xfrm>
            <a:off x="407145" y="3202961"/>
            <a:ext cx="2514600" cy="3016960"/>
          </a:xfrm>
        </p:spPr>
        <p:txBody>
          <a:bodyPr>
            <a:normAutofit/>
          </a:bodyPr>
          <a:lstStyle>
            <a:lvl1pPr marL="0" indent="0" algn="ctr">
              <a:buNone/>
              <a:defRPr sz="2000">
                <a:solidFill>
                  <a:schemeClr val="tx1"/>
                </a:solidFill>
              </a:defRPr>
            </a:lvl1pPr>
          </a:lstStyle>
          <a:p>
            <a:pPr lvl="0"/>
            <a:r>
              <a:rPr lang="en-GB"/>
              <a:t>Click to add text</a:t>
            </a:r>
          </a:p>
        </p:txBody>
      </p:sp>
      <p:sp>
        <p:nvSpPr>
          <p:cNvPr id="20" name="Text Placeholder 22">
            <a:extLst>
              <a:ext uri="{FF2B5EF4-FFF2-40B4-BE49-F238E27FC236}">
                <a16:creationId xmlns:a16="http://schemas.microsoft.com/office/drawing/2014/main" id="{B4B50D79-FE46-42BC-A2C7-9DCDF845985D}"/>
              </a:ext>
            </a:extLst>
          </p:cNvPr>
          <p:cNvSpPr>
            <a:spLocks noGrp="1"/>
          </p:cNvSpPr>
          <p:nvPr>
            <p:ph type="body" sz="quarter" idx="14" hasCustomPrompt="1"/>
          </p:nvPr>
        </p:nvSpPr>
        <p:spPr>
          <a:xfrm>
            <a:off x="3362382" y="3220328"/>
            <a:ext cx="2514600" cy="2999594"/>
          </a:xfrm>
        </p:spPr>
        <p:txBody>
          <a:bodyPr>
            <a:normAutofit/>
          </a:bodyPr>
          <a:lstStyle>
            <a:lvl1pPr marL="0" indent="0" algn="ctr">
              <a:buNone/>
              <a:defRPr sz="2000">
                <a:solidFill>
                  <a:schemeClr val="tx1"/>
                </a:solidFill>
              </a:defRPr>
            </a:lvl1pPr>
          </a:lstStyle>
          <a:p>
            <a:pPr lvl="0"/>
            <a:r>
              <a:rPr lang="en-GB"/>
              <a:t>Click to add text</a:t>
            </a:r>
          </a:p>
        </p:txBody>
      </p:sp>
      <p:sp>
        <p:nvSpPr>
          <p:cNvPr id="21" name="Diamond 20">
            <a:extLst>
              <a:ext uri="{FF2B5EF4-FFF2-40B4-BE49-F238E27FC236}">
                <a16:creationId xmlns:a16="http://schemas.microsoft.com/office/drawing/2014/main" id="{04260901-55E9-FCD8-C785-3FBAEAB2BA41}"/>
              </a:ext>
            </a:extLst>
          </p:cNvPr>
          <p:cNvSpPr>
            <a:spLocks noChangeAspect="1"/>
          </p:cNvSpPr>
          <p:nvPr/>
        </p:nvSpPr>
        <p:spPr>
          <a:xfrm>
            <a:off x="6936627" y="1526759"/>
            <a:ext cx="1335034" cy="1332000"/>
          </a:xfrm>
          <a:prstGeom prst="diamond">
            <a:avLst/>
          </a:prstGeom>
          <a:solidFill>
            <a:srgbClr val="88A5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ext Placeholder 22">
            <a:extLst>
              <a:ext uri="{FF2B5EF4-FFF2-40B4-BE49-F238E27FC236}">
                <a16:creationId xmlns:a16="http://schemas.microsoft.com/office/drawing/2014/main" id="{E92C7542-C073-4601-EB89-4F059667CFFD}"/>
              </a:ext>
            </a:extLst>
          </p:cNvPr>
          <p:cNvSpPr>
            <a:spLocks noGrp="1"/>
          </p:cNvSpPr>
          <p:nvPr>
            <p:ph type="body" sz="quarter" idx="19" hasCustomPrompt="1"/>
          </p:nvPr>
        </p:nvSpPr>
        <p:spPr>
          <a:xfrm>
            <a:off x="6317619" y="3220327"/>
            <a:ext cx="2514600" cy="2999593"/>
          </a:xfrm>
        </p:spPr>
        <p:txBody>
          <a:bodyPr>
            <a:normAutofit/>
          </a:bodyPr>
          <a:lstStyle>
            <a:lvl1pPr marL="0" indent="0" algn="ctr">
              <a:buNone/>
              <a:defRPr sz="2000">
                <a:solidFill>
                  <a:schemeClr val="tx1"/>
                </a:solidFill>
              </a:defRPr>
            </a:lvl1pPr>
          </a:lstStyle>
          <a:p>
            <a:pPr lvl="0"/>
            <a:r>
              <a:rPr lang="en-GB"/>
              <a:t>Click to add text</a:t>
            </a:r>
          </a:p>
        </p:txBody>
      </p:sp>
      <p:sp>
        <p:nvSpPr>
          <p:cNvPr id="23" name="Diamond 22">
            <a:extLst>
              <a:ext uri="{FF2B5EF4-FFF2-40B4-BE49-F238E27FC236}">
                <a16:creationId xmlns:a16="http://schemas.microsoft.com/office/drawing/2014/main" id="{EACFC3AC-4F48-A183-29BC-EC5EE4CC9C0D}"/>
              </a:ext>
            </a:extLst>
          </p:cNvPr>
          <p:cNvSpPr>
            <a:spLocks noChangeAspect="1"/>
          </p:cNvSpPr>
          <p:nvPr/>
        </p:nvSpPr>
        <p:spPr>
          <a:xfrm>
            <a:off x="9869783" y="1524552"/>
            <a:ext cx="1335034" cy="1332000"/>
          </a:xfrm>
          <a:prstGeom prst="diamond">
            <a:avLst/>
          </a:prstGeom>
          <a:solidFill>
            <a:srgbClr val="88A5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 Placeholder 22">
            <a:extLst>
              <a:ext uri="{FF2B5EF4-FFF2-40B4-BE49-F238E27FC236}">
                <a16:creationId xmlns:a16="http://schemas.microsoft.com/office/drawing/2014/main" id="{4BF2850D-E099-F2EB-6CB7-0F6EB08862A3}"/>
              </a:ext>
            </a:extLst>
          </p:cNvPr>
          <p:cNvSpPr>
            <a:spLocks noGrp="1"/>
          </p:cNvSpPr>
          <p:nvPr>
            <p:ph type="body" sz="quarter" idx="20" hasCustomPrompt="1"/>
          </p:nvPr>
        </p:nvSpPr>
        <p:spPr>
          <a:xfrm>
            <a:off x="9272856" y="3218120"/>
            <a:ext cx="2514600" cy="3019167"/>
          </a:xfrm>
        </p:spPr>
        <p:txBody>
          <a:bodyPr>
            <a:normAutofit/>
          </a:bodyPr>
          <a:lstStyle>
            <a:lvl1pPr marL="0" indent="0" algn="ctr">
              <a:buNone/>
              <a:defRPr sz="2000">
                <a:solidFill>
                  <a:schemeClr val="tx1"/>
                </a:solidFill>
              </a:defRPr>
            </a:lvl1pPr>
          </a:lstStyle>
          <a:p>
            <a:pPr lvl="0"/>
            <a:r>
              <a:rPr lang="en-GB"/>
              <a:t>Click to add text</a:t>
            </a:r>
          </a:p>
        </p:txBody>
      </p:sp>
      <p:sp>
        <p:nvSpPr>
          <p:cNvPr id="25" name="Text Placeholder 17">
            <a:extLst>
              <a:ext uri="{FF2B5EF4-FFF2-40B4-BE49-F238E27FC236}">
                <a16:creationId xmlns:a16="http://schemas.microsoft.com/office/drawing/2014/main" id="{F7467C20-AC80-8AF4-CFA3-47CFEFF2D954}"/>
              </a:ext>
            </a:extLst>
          </p:cNvPr>
          <p:cNvSpPr>
            <a:spLocks noGrp="1"/>
          </p:cNvSpPr>
          <p:nvPr>
            <p:ph type="body" sz="quarter" idx="17" hasCustomPrompt="1"/>
          </p:nvPr>
        </p:nvSpPr>
        <p:spPr>
          <a:xfrm>
            <a:off x="1323131" y="1843892"/>
            <a:ext cx="717046" cy="700087"/>
          </a:xfrm>
          <a:noFill/>
        </p:spPr>
        <p:txBody>
          <a:bodyPr anchor="ctr">
            <a:normAutofit/>
          </a:bodyPr>
          <a:lstStyle>
            <a:lvl1pPr marL="9525" indent="0" algn="ctr">
              <a:buNone/>
              <a:defRPr sz="4000" b="1">
                <a:solidFill>
                  <a:schemeClr val="bg2"/>
                </a:solidFill>
              </a:defRPr>
            </a:lvl1pPr>
          </a:lstStyle>
          <a:p>
            <a:pPr lvl="0"/>
            <a:r>
              <a:rPr lang="en-GB"/>
              <a:t>##</a:t>
            </a:r>
          </a:p>
        </p:txBody>
      </p:sp>
      <p:sp>
        <p:nvSpPr>
          <p:cNvPr id="26" name="Text Placeholder 17">
            <a:extLst>
              <a:ext uri="{FF2B5EF4-FFF2-40B4-BE49-F238E27FC236}">
                <a16:creationId xmlns:a16="http://schemas.microsoft.com/office/drawing/2014/main" id="{11130BB0-A5C4-39A0-ECF3-B8EC13A54C4F}"/>
              </a:ext>
            </a:extLst>
          </p:cNvPr>
          <p:cNvSpPr>
            <a:spLocks noGrp="1"/>
          </p:cNvSpPr>
          <p:nvPr>
            <p:ph type="body" sz="quarter" idx="22" hasCustomPrompt="1"/>
          </p:nvPr>
        </p:nvSpPr>
        <p:spPr>
          <a:xfrm>
            <a:off x="4293739" y="1828718"/>
            <a:ext cx="717046" cy="700087"/>
          </a:xfrm>
          <a:noFill/>
        </p:spPr>
        <p:txBody>
          <a:bodyPr anchor="ctr">
            <a:normAutofit/>
          </a:bodyPr>
          <a:lstStyle>
            <a:lvl1pPr marL="9525" indent="0" algn="ctr">
              <a:buNone/>
              <a:defRPr sz="4000" b="1">
                <a:solidFill>
                  <a:schemeClr val="bg2"/>
                </a:solidFill>
              </a:defRPr>
            </a:lvl1pPr>
          </a:lstStyle>
          <a:p>
            <a:pPr lvl="0"/>
            <a:r>
              <a:rPr lang="en-GB"/>
              <a:t>##</a:t>
            </a:r>
          </a:p>
        </p:txBody>
      </p:sp>
      <p:sp>
        <p:nvSpPr>
          <p:cNvPr id="27" name="Text Placeholder 17">
            <a:extLst>
              <a:ext uri="{FF2B5EF4-FFF2-40B4-BE49-F238E27FC236}">
                <a16:creationId xmlns:a16="http://schemas.microsoft.com/office/drawing/2014/main" id="{CD3294F7-D1DB-678C-B87E-073539489DE4}"/>
              </a:ext>
            </a:extLst>
          </p:cNvPr>
          <p:cNvSpPr>
            <a:spLocks noGrp="1"/>
          </p:cNvSpPr>
          <p:nvPr>
            <p:ph type="body" sz="quarter" idx="23" hasCustomPrompt="1"/>
          </p:nvPr>
        </p:nvSpPr>
        <p:spPr>
          <a:xfrm>
            <a:off x="7279191" y="1849141"/>
            <a:ext cx="717046" cy="700087"/>
          </a:xfrm>
          <a:noFill/>
        </p:spPr>
        <p:txBody>
          <a:bodyPr anchor="ctr">
            <a:normAutofit/>
          </a:bodyPr>
          <a:lstStyle>
            <a:lvl1pPr marL="9525" indent="0" algn="ctr">
              <a:buNone/>
              <a:defRPr sz="4000" b="1">
                <a:solidFill>
                  <a:schemeClr val="bg2"/>
                </a:solidFill>
              </a:defRPr>
            </a:lvl1pPr>
          </a:lstStyle>
          <a:p>
            <a:pPr lvl="0"/>
            <a:r>
              <a:rPr lang="en-GB"/>
              <a:t>##</a:t>
            </a:r>
          </a:p>
        </p:txBody>
      </p:sp>
      <p:sp>
        <p:nvSpPr>
          <p:cNvPr id="28" name="Text Placeholder 17">
            <a:extLst>
              <a:ext uri="{FF2B5EF4-FFF2-40B4-BE49-F238E27FC236}">
                <a16:creationId xmlns:a16="http://schemas.microsoft.com/office/drawing/2014/main" id="{DB361A1D-F7CA-7E48-0E46-9CC3972CBD78}"/>
              </a:ext>
            </a:extLst>
          </p:cNvPr>
          <p:cNvSpPr>
            <a:spLocks noGrp="1"/>
          </p:cNvSpPr>
          <p:nvPr>
            <p:ph type="body" sz="quarter" idx="24" hasCustomPrompt="1"/>
          </p:nvPr>
        </p:nvSpPr>
        <p:spPr>
          <a:xfrm>
            <a:off x="10207591" y="1840508"/>
            <a:ext cx="717046" cy="700087"/>
          </a:xfrm>
          <a:noFill/>
        </p:spPr>
        <p:txBody>
          <a:bodyPr anchor="ctr">
            <a:normAutofit/>
          </a:bodyPr>
          <a:lstStyle>
            <a:lvl1pPr marL="9525" indent="0" algn="ctr">
              <a:buNone/>
              <a:defRPr sz="4000" b="1">
                <a:solidFill>
                  <a:schemeClr val="bg2"/>
                </a:solidFill>
              </a:defRPr>
            </a:lvl1pPr>
          </a:lstStyle>
          <a:p>
            <a:pPr lvl="0"/>
            <a:r>
              <a:rPr lang="en-GB"/>
              <a:t>##</a:t>
            </a:r>
          </a:p>
        </p:txBody>
      </p:sp>
      <p:sp>
        <p:nvSpPr>
          <p:cNvPr id="8" name="Rectangle 7">
            <a:extLst>
              <a:ext uri="{FF2B5EF4-FFF2-40B4-BE49-F238E27FC236}">
                <a16:creationId xmlns:a16="http://schemas.microsoft.com/office/drawing/2014/main" id="{B52AE618-B0A9-8915-19D8-7D913305B032}"/>
              </a:ext>
            </a:extLst>
          </p:cNvPr>
          <p:cNvSpPr/>
          <p:nvPr userDrawn="1"/>
        </p:nvSpPr>
        <p:spPr>
          <a:xfrm>
            <a:off x="-1792270" y="0"/>
            <a:ext cx="1658228" cy="6731000"/>
          </a:xfrm>
          <a:prstGeom prst="rect">
            <a:avLst/>
          </a:prstGeom>
          <a:solidFill>
            <a:srgbClr val="FFFCDB"/>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rtlCol="0" anchor="t"/>
          <a:lstStyle/>
          <a:p>
            <a:pPr algn="l"/>
            <a:r>
              <a:rPr lang="en-GB" sz="1200" b="1">
                <a:solidFill>
                  <a:srgbClr val="1A1918"/>
                </a:solidFill>
              </a:rPr>
              <a:t>LAYOUT GUIDE</a:t>
            </a:r>
          </a:p>
          <a:p>
            <a:pPr algn="l"/>
            <a:endParaRPr lang="en-GB" sz="1200">
              <a:solidFill>
                <a:srgbClr val="1A1918"/>
              </a:solidFill>
            </a:endParaRPr>
          </a:p>
          <a:p>
            <a:pPr algn="l"/>
            <a:r>
              <a:rPr lang="en-GB" sz="1200">
                <a:solidFill>
                  <a:srgbClr val="1A1918"/>
                </a:solidFill>
              </a:rPr>
              <a:t>This slide can be used to replace bullet points.  </a:t>
            </a:r>
          </a:p>
          <a:p>
            <a:pPr algn="l"/>
            <a:endParaRPr lang="en-GB" sz="1200">
              <a:solidFill>
                <a:srgbClr val="1A1918"/>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srgbClr val="1A1918"/>
                </a:solidFill>
              </a:rPr>
              <a:t>You may wish to add numbers or icons to help describe your content. The colour should be </a:t>
            </a:r>
            <a:r>
              <a:rPr lang="en-GB" sz="1200" b="1">
                <a:solidFill>
                  <a:srgbClr val="1A1918"/>
                </a:solidFill>
              </a:rPr>
              <a:t>HEX#032040</a:t>
            </a:r>
            <a:r>
              <a:rPr lang="en-GB" sz="1200">
                <a:solidFill>
                  <a:srgbClr val="1A1918"/>
                </a:solidFill>
              </a:rPr>
              <a:t>.</a:t>
            </a:r>
          </a:p>
          <a:p>
            <a:pPr algn="l"/>
            <a:endParaRPr lang="en-GB" sz="1200">
              <a:solidFill>
                <a:srgbClr val="1A1918"/>
              </a:solidFill>
            </a:endParaRPr>
          </a:p>
          <a:p>
            <a:pPr algn="l"/>
            <a:r>
              <a:rPr lang="en-GB" sz="1200">
                <a:solidFill>
                  <a:srgbClr val="1A1918"/>
                </a:solidFill>
              </a:rPr>
              <a:t>Simply click on the ## placeholder to add a number. They are already formatted to be 40 point font and bold.</a:t>
            </a:r>
          </a:p>
          <a:p>
            <a:pPr algn="l"/>
            <a:endParaRPr lang="en-GB" sz="1200">
              <a:solidFill>
                <a:srgbClr val="1A1918"/>
              </a:solidFill>
            </a:endParaRPr>
          </a:p>
          <a:p>
            <a:pPr algn="l"/>
            <a:r>
              <a:rPr lang="en-GB" sz="1200">
                <a:solidFill>
                  <a:srgbClr val="1A1918"/>
                </a:solidFill>
              </a:rPr>
              <a:t>To add an icon, delete the ## placeholder and go to </a:t>
            </a:r>
            <a:r>
              <a:rPr lang="en-GB" sz="1200" b="1">
                <a:solidFill>
                  <a:srgbClr val="1A1918"/>
                </a:solidFill>
              </a:rPr>
              <a:t>Insert </a:t>
            </a:r>
            <a:r>
              <a:rPr lang="en-GB" sz="1200">
                <a:solidFill>
                  <a:srgbClr val="1A1918"/>
                </a:solidFill>
              </a:rPr>
              <a:t>&gt; </a:t>
            </a:r>
            <a:r>
              <a:rPr lang="en-GB" sz="1200" b="1">
                <a:solidFill>
                  <a:srgbClr val="1A1918"/>
                </a:solidFill>
              </a:rPr>
              <a:t>Icons</a:t>
            </a:r>
          </a:p>
          <a:p>
            <a:pPr algn="l"/>
            <a:endParaRPr lang="en-GB" sz="1200">
              <a:solidFill>
                <a:srgbClr val="1A1918"/>
              </a:solidFill>
            </a:endParaRPr>
          </a:p>
          <a:p>
            <a:pPr algn="l"/>
            <a:r>
              <a:rPr lang="en-GB" sz="1200">
                <a:solidFill>
                  <a:srgbClr val="1A1918"/>
                </a:solidFill>
              </a:rPr>
              <a:t>The size for icons should be 2x2 cm.</a:t>
            </a:r>
          </a:p>
          <a:p>
            <a:pPr algn="l"/>
            <a:r>
              <a:rPr lang="en-GB" sz="1200">
                <a:solidFill>
                  <a:srgbClr val="1A1918"/>
                </a:solidFill>
              </a:rPr>
              <a:t>Resizing is done in the Graphics Format tab. </a:t>
            </a:r>
            <a:endParaRPr lang="en-GB" sz="1200">
              <a:solidFill>
                <a:schemeClr val="tx1"/>
              </a:solidFill>
            </a:endParaRPr>
          </a:p>
          <a:p>
            <a:pPr algn="l"/>
            <a:r>
              <a:rPr lang="en-GB" sz="1200">
                <a:solidFill>
                  <a:schemeClr val="accent5">
                    <a:lumMod val="40000"/>
                    <a:lumOff val="60000"/>
                  </a:schemeClr>
                </a:solidFill>
              </a:rPr>
              <a:t>--------------</a:t>
            </a:r>
          </a:p>
          <a:p>
            <a:pPr algn="l"/>
            <a:r>
              <a:rPr lang="en-GB" sz="1050" i="1">
                <a:solidFill>
                  <a:srgbClr val="767776"/>
                </a:solidFill>
              </a:rPr>
              <a:t>This info box will not appear when you present your slide.</a:t>
            </a:r>
          </a:p>
        </p:txBody>
      </p:sp>
      <p:sp>
        <p:nvSpPr>
          <p:cNvPr id="5" name="Date Placeholder 4">
            <a:extLst>
              <a:ext uri="{FF2B5EF4-FFF2-40B4-BE49-F238E27FC236}">
                <a16:creationId xmlns:a16="http://schemas.microsoft.com/office/drawing/2014/main" id="{1AD34322-F694-8930-5A39-AF213B2FAC7C}"/>
              </a:ext>
            </a:extLst>
          </p:cNvPr>
          <p:cNvSpPr>
            <a:spLocks noGrp="1"/>
          </p:cNvSpPr>
          <p:nvPr>
            <p:ph type="dt" sz="half" idx="25"/>
          </p:nvPr>
        </p:nvSpPr>
        <p:spPr/>
        <p:txBody>
          <a:bodyPr/>
          <a:lstStyle/>
          <a:p>
            <a:r>
              <a:rPr lang="en-SE"/>
              <a:t>2023-09-13</a:t>
            </a:r>
            <a:endParaRPr lang="en-GB"/>
          </a:p>
        </p:txBody>
      </p:sp>
      <p:sp>
        <p:nvSpPr>
          <p:cNvPr id="9" name="Footer Placeholder 8">
            <a:extLst>
              <a:ext uri="{FF2B5EF4-FFF2-40B4-BE49-F238E27FC236}">
                <a16:creationId xmlns:a16="http://schemas.microsoft.com/office/drawing/2014/main" id="{FAF4FB9C-E9DE-ECED-F92A-26D3562867C8}"/>
              </a:ext>
            </a:extLst>
          </p:cNvPr>
          <p:cNvSpPr>
            <a:spLocks noGrp="1"/>
          </p:cNvSpPr>
          <p:nvPr>
            <p:ph type="ftr" sz="quarter" idx="26"/>
          </p:nvPr>
        </p:nvSpPr>
        <p:spPr/>
        <p:txBody>
          <a:bodyPr/>
          <a:lstStyle/>
          <a:p>
            <a:r>
              <a:rPr lang="en-GB"/>
              <a:t>[ramin.karim@ltu.se]</a:t>
            </a:r>
          </a:p>
        </p:txBody>
      </p:sp>
      <p:sp>
        <p:nvSpPr>
          <p:cNvPr id="10" name="Slide Number Placeholder 9">
            <a:extLst>
              <a:ext uri="{FF2B5EF4-FFF2-40B4-BE49-F238E27FC236}">
                <a16:creationId xmlns:a16="http://schemas.microsoft.com/office/drawing/2014/main" id="{C11BAF91-8631-993A-1B2E-E98438CA89E0}"/>
              </a:ext>
            </a:extLst>
          </p:cNvPr>
          <p:cNvSpPr>
            <a:spLocks noGrp="1"/>
          </p:cNvSpPr>
          <p:nvPr>
            <p:ph type="sldNum" sz="quarter" idx="27"/>
          </p:nvPr>
        </p:nvSpPr>
        <p:spPr/>
        <p:txBody>
          <a:bodyPr/>
          <a:lstStyle/>
          <a:p>
            <a:fld id="{B3284CE9-EFAB-9F4B-868A-1F02DB69B64D}" type="slidenum">
              <a:rPr lang="en-GB" smtClean="0"/>
              <a:pPr/>
              <a:t>‹#›</a:t>
            </a:fld>
            <a:endParaRPr lang="en-GB"/>
          </a:p>
        </p:txBody>
      </p:sp>
      <p:sp>
        <p:nvSpPr>
          <p:cNvPr id="3" name="Rectangle 2">
            <a:extLst>
              <a:ext uri="{FF2B5EF4-FFF2-40B4-BE49-F238E27FC236}">
                <a16:creationId xmlns:a16="http://schemas.microsoft.com/office/drawing/2014/main" id="{E4AEF616-2F1D-9E6E-5B86-F1B90587EFD2}"/>
              </a:ext>
            </a:extLst>
          </p:cNvPr>
          <p:cNvSpPr/>
          <p:nvPr userDrawn="1"/>
        </p:nvSpPr>
        <p:spPr>
          <a:xfrm>
            <a:off x="326655" y="369182"/>
            <a:ext cx="46800" cy="669600"/>
          </a:xfrm>
          <a:prstGeom prst="rect">
            <a:avLst/>
          </a:prstGeom>
          <a:solidFill>
            <a:srgbClr val="FF824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err="1">
              <a:solidFill>
                <a:schemeClr val="tx1"/>
              </a:solidFill>
            </a:endParaRPr>
          </a:p>
        </p:txBody>
      </p:sp>
    </p:spTree>
    <p:extLst>
      <p:ext uri="{BB962C8B-B14F-4D97-AF65-F5344CB8AC3E}">
        <p14:creationId xmlns:p14="http://schemas.microsoft.com/office/powerpoint/2010/main" val="6919013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136B4656-46C1-C721-3A59-D9D22D4625BC}"/>
              </a:ext>
            </a:extLst>
          </p:cNvPr>
          <p:cNvSpPr>
            <a:spLocks noGrp="1"/>
          </p:cNvSpPr>
          <p:nvPr>
            <p:ph type="dt" sz="half" idx="10"/>
          </p:nvPr>
        </p:nvSpPr>
        <p:spPr/>
        <p:txBody>
          <a:bodyPr/>
          <a:lstStyle/>
          <a:p>
            <a:r>
              <a:rPr lang="en-SE"/>
              <a:t>2023-09-13</a:t>
            </a:r>
            <a:endParaRPr lang="en-GB"/>
          </a:p>
        </p:txBody>
      </p:sp>
      <p:sp>
        <p:nvSpPr>
          <p:cNvPr id="6" name="Footer Placeholder 5">
            <a:extLst>
              <a:ext uri="{FF2B5EF4-FFF2-40B4-BE49-F238E27FC236}">
                <a16:creationId xmlns:a16="http://schemas.microsoft.com/office/drawing/2014/main" id="{E853BDFD-A743-057D-2463-BAB2F5CE9371}"/>
              </a:ext>
            </a:extLst>
          </p:cNvPr>
          <p:cNvSpPr>
            <a:spLocks noGrp="1"/>
          </p:cNvSpPr>
          <p:nvPr>
            <p:ph type="ftr" sz="quarter" idx="11"/>
          </p:nvPr>
        </p:nvSpPr>
        <p:spPr/>
        <p:txBody>
          <a:bodyPr/>
          <a:lstStyle/>
          <a:p>
            <a:r>
              <a:rPr lang="en-GB"/>
              <a:t>[ramin.karim@ltu.se]</a:t>
            </a:r>
          </a:p>
        </p:txBody>
      </p:sp>
      <p:sp>
        <p:nvSpPr>
          <p:cNvPr id="7" name="Slide Number Placeholder 6">
            <a:extLst>
              <a:ext uri="{FF2B5EF4-FFF2-40B4-BE49-F238E27FC236}">
                <a16:creationId xmlns:a16="http://schemas.microsoft.com/office/drawing/2014/main" id="{B0EB883C-705F-592B-3AD4-C11BB3091CBE}"/>
              </a:ext>
            </a:extLst>
          </p:cNvPr>
          <p:cNvSpPr>
            <a:spLocks noGrp="1"/>
          </p:cNvSpPr>
          <p:nvPr>
            <p:ph type="sldNum" sz="quarter" idx="12"/>
          </p:nvPr>
        </p:nvSpPr>
        <p:spPr/>
        <p:txBody>
          <a:bodyPr/>
          <a:lstStyle/>
          <a:p>
            <a:fld id="{B3284CE9-EFAB-9F4B-868A-1F02DB69B64D}" type="slidenum">
              <a:rPr lang="en-GB" smtClean="0"/>
              <a:pPr/>
              <a:t>‹#›</a:t>
            </a:fld>
            <a:endParaRPr lang="en-GB"/>
          </a:p>
        </p:txBody>
      </p:sp>
    </p:spTree>
    <p:extLst>
      <p:ext uri="{BB962C8B-B14F-4D97-AF65-F5344CB8AC3E}">
        <p14:creationId xmlns:p14="http://schemas.microsoft.com/office/powerpoint/2010/main" val="35141579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with pictur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A9D64C0-0CC8-DA43-1163-BE2DA5974E61}"/>
              </a:ext>
            </a:extLst>
          </p:cNvPr>
          <p:cNvSpPr/>
          <p:nvPr userDrawn="1"/>
        </p:nvSpPr>
        <p:spPr>
          <a:xfrm>
            <a:off x="326655" y="369182"/>
            <a:ext cx="46800" cy="669600"/>
          </a:xfrm>
          <a:prstGeom prst="rect">
            <a:avLst/>
          </a:prstGeom>
          <a:solidFill>
            <a:srgbClr val="FF824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err="1">
              <a:solidFill>
                <a:schemeClr val="tx1"/>
              </a:solidFill>
            </a:endParaRPr>
          </a:p>
        </p:txBody>
      </p:sp>
      <p:sp>
        <p:nvSpPr>
          <p:cNvPr id="2" name="Title 1">
            <a:extLst>
              <a:ext uri="{FF2B5EF4-FFF2-40B4-BE49-F238E27FC236}">
                <a16:creationId xmlns:a16="http://schemas.microsoft.com/office/drawing/2014/main" id="{F346F62A-F83F-9477-3483-57C4B15419EF}"/>
              </a:ext>
            </a:extLst>
          </p:cNvPr>
          <p:cNvSpPr>
            <a:spLocks noGrp="1"/>
          </p:cNvSpPr>
          <p:nvPr>
            <p:ph type="title"/>
          </p:nvPr>
        </p:nvSpPr>
        <p:spPr>
          <a:xfrm>
            <a:off x="557416" y="260350"/>
            <a:ext cx="5545137" cy="936625"/>
          </a:xfrm>
        </p:spPr>
        <p:txBody>
          <a:bodyPr anchor="ctr">
            <a:normAutofit/>
          </a:bodyPr>
          <a:lstStyle>
            <a:lvl1pPr>
              <a:defRPr sz="2800"/>
            </a:lvl1pPr>
          </a:lstStyle>
          <a:p>
            <a:r>
              <a:rPr lang="en-US"/>
              <a:t>Click to edit Master title style</a:t>
            </a:r>
            <a:endParaRPr lang="en-GB"/>
          </a:p>
        </p:txBody>
      </p:sp>
      <p:sp>
        <p:nvSpPr>
          <p:cNvPr id="4" name="Text Placeholder 3">
            <a:extLst>
              <a:ext uri="{FF2B5EF4-FFF2-40B4-BE49-F238E27FC236}">
                <a16:creationId xmlns:a16="http://schemas.microsoft.com/office/drawing/2014/main" id="{B58B29D1-F5E8-6052-1A2B-A5D66EA78B4A}"/>
              </a:ext>
            </a:extLst>
          </p:cNvPr>
          <p:cNvSpPr>
            <a:spLocks noGrp="1"/>
          </p:cNvSpPr>
          <p:nvPr>
            <p:ph type="body" sz="half" idx="2"/>
          </p:nvPr>
        </p:nvSpPr>
        <p:spPr>
          <a:xfrm>
            <a:off x="557619" y="1275632"/>
            <a:ext cx="5538381" cy="4961656"/>
          </a:xfrm>
        </p:spPr>
        <p:txBody>
          <a:bodyPr>
            <a:normAutofit/>
          </a:bodyPr>
          <a:lstStyle>
            <a:lvl1pPr marL="182563" indent="-182563">
              <a:buFont typeface="Wingdings" pitchFamily="2" charset="2"/>
              <a:buChar char="§"/>
              <a:tabLst/>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7CAD33D1-9314-115E-8DE1-EEBA2847B874}"/>
              </a:ext>
            </a:extLst>
          </p:cNvPr>
          <p:cNvSpPr>
            <a:spLocks noGrp="1"/>
          </p:cNvSpPr>
          <p:nvPr>
            <p:ph type="pic" idx="1" hasCustomPrompt="1"/>
          </p:nvPr>
        </p:nvSpPr>
        <p:spPr>
          <a:xfrm>
            <a:off x="6466320" y="-5204"/>
            <a:ext cx="5738037" cy="6530400"/>
          </a:xfrm>
        </p:spPr>
        <p:txBody>
          <a:bodyPr>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 </a:t>
            </a:r>
          </a:p>
          <a:p>
            <a:endParaRPr lang="en-GB"/>
          </a:p>
          <a:p>
            <a:endParaRPr lang="en-GB"/>
          </a:p>
          <a:p>
            <a:endParaRPr lang="en-GB"/>
          </a:p>
          <a:p>
            <a:r>
              <a:rPr lang="en-GB"/>
              <a:t>Click to add picture</a:t>
            </a:r>
          </a:p>
        </p:txBody>
      </p:sp>
      <p:sp>
        <p:nvSpPr>
          <p:cNvPr id="9" name="Date Placeholder 8">
            <a:extLst>
              <a:ext uri="{FF2B5EF4-FFF2-40B4-BE49-F238E27FC236}">
                <a16:creationId xmlns:a16="http://schemas.microsoft.com/office/drawing/2014/main" id="{47B874B4-2A23-6B2E-13B4-41DF93D0F50D}"/>
              </a:ext>
            </a:extLst>
          </p:cNvPr>
          <p:cNvSpPr>
            <a:spLocks noGrp="1"/>
          </p:cNvSpPr>
          <p:nvPr>
            <p:ph type="dt" sz="half" idx="10"/>
          </p:nvPr>
        </p:nvSpPr>
        <p:spPr/>
        <p:txBody>
          <a:bodyPr/>
          <a:lstStyle/>
          <a:p>
            <a:r>
              <a:rPr lang="en-SE"/>
              <a:t>2023-09-13</a:t>
            </a:r>
            <a:endParaRPr lang="en-GB"/>
          </a:p>
        </p:txBody>
      </p:sp>
      <p:sp>
        <p:nvSpPr>
          <p:cNvPr id="10" name="Footer Placeholder 9">
            <a:extLst>
              <a:ext uri="{FF2B5EF4-FFF2-40B4-BE49-F238E27FC236}">
                <a16:creationId xmlns:a16="http://schemas.microsoft.com/office/drawing/2014/main" id="{9F530B4D-3326-5EF3-762C-1289711B152A}"/>
              </a:ext>
            </a:extLst>
          </p:cNvPr>
          <p:cNvSpPr>
            <a:spLocks noGrp="1"/>
          </p:cNvSpPr>
          <p:nvPr>
            <p:ph type="ftr" sz="quarter" idx="11"/>
          </p:nvPr>
        </p:nvSpPr>
        <p:spPr/>
        <p:txBody>
          <a:bodyPr/>
          <a:lstStyle/>
          <a:p>
            <a:r>
              <a:rPr lang="en-GB"/>
              <a:t>[ramin.karim@ltu.se]</a:t>
            </a:r>
          </a:p>
        </p:txBody>
      </p:sp>
      <p:sp>
        <p:nvSpPr>
          <p:cNvPr id="11" name="Slide Number Placeholder 10">
            <a:extLst>
              <a:ext uri="{FF2B5EF4-FFF2-40B4-BE49-F238E27FC236}">
                <a16:creationId xmlns:a16="http://schemas.microsoft.com/office/drawing/2014/main" id="{D772C6DD-7209-CCED-7371-A0BA6BC27E7E}"/>
              </a:ext>
            </a:extLst>
          </p:cNvPr>
          <p:cNvSpPr>
            <a:spLocks noGrp="1"/>
          </p:cNvSpPr>
          <p:nvPr>
            <p:ph type="sldNum" sz="quarter" idx="12"/>
          </p:nvPr>
        </p:nvSpPr>
        <p:spPr/>
        <p:txBody>
          <a:bodyPr/>
          <a:lstStyle/>
          <a:p>
            <a:fld id="{B3284CE9-EFAB-9F4B-868A-1F02DB69B64D}" type="slidenum">
              <a:rPr lang="en-GB" smtClean="0"/>
              <a:pPr/>
              <a:t>‹#›</a:t>
            </a:fld>
            <a:endParaRPr lang="en-GB"/>
          </a:p>
        </p:txBody>
      </p:sp>
    </p:spTree>
    <p:extLst>
      <p:ext uri="{BB962C8B-B14F-4D97-AF65-F5344CB8AC3E}">
        <p14:creationId xmlns:p14="http://schemas.microsoft.com/office/powerpoint/2010/main" val="2419434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tex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B3EA80B-C35F-4C41-51B8-3B51EA4EC1D3}"/>
              </a:ext>
            </a:extLst>
          </p:cNvPr>
          <p:cNvSpPr/>
          <p:nvPr userDrawn="1"/>
        </p:nvSpPr>
        <p:spPr>
          <a:xfrm>
            <a:off x="5880447" y="369182"/>
            <a:ext cx="46800" cy="669600"/>
          </a:xfrm>
          <a:prstGeom prst="rect">
            <a:avLst/>
          </a:prstGeom>
          <a:solidFill>
            <a:srgbClr val="FF824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err="1">
              <a:solidFill>
                <a:schemeClr val="tx1"/>
              </a:solidFill>
            </a:endParaRPr>
          </a:p>
        </p:txBody>
      </p:sp>
      <p:sp>
        <p:nvSpPr>
          <p:cNvPr id="2" name="Title 1">
            <a:extLst>
              <a:ext uri="{FF2B5EF4-FFF2-40B4-BE49-F238E27FC236}">
                <a16:creationId xmlns:a16="http://schemas.microsoft.com/office/drawing/2014/main" id="{F346F62A-F83F-9477-3483-57C4B15419EF}"/>
              </a:ext>
            </a:extLst>
          </p:cNvPr>
          <p:cNvSpPr>
            <a:spLocks noGrp="1"/>
          </p:cNvSpPr>
          <p:nvPr>
            <p:ph type="title"/>
          </p:nvPr>
        </p:nvSpPr>
        <p:spPr>
          <a:xfrm>
            <a:off x="6101480" y="260350"/>
            <a:ext cx="5545137" cy="936625"/>
          </a:xfrm>
        </p:spPr>
        <p:txBody>
          <a:bodyPr anchor="ctr">
            <a:normAutofit/>
          </a:bodyPr>
          <a:lstStyle>
            <a:lvl1pPr>
              <a:defRPr sz="28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ACE4820-0D7C-1D98-C026-2A0B661514DF}"/>
              </a:ext>
            </a:extLst>
          </p:cNvPr>
          <p:cNvSpPr>
            <a:spLocks noGrp="1"/>
          </p:cNvSpPr>
          <p:nvPr>
            <p:ph type="pic" idx="1" hasCustomPrompt="1"/>
          </p:nvPr>
        </p:nvSpPr>
        <p:spPr>
          <a:xfrm>
            <a:off x="-1" y="-3175"/>
            <a:ext cx="5540723" cy="6527988"/>
          </a:xfrm>
        </p:spPr>
        <p:txBody>
          <a:bodyPr>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 </a:t>
            </a:r>
          </a:p>
          <a:p>
            <a:endParaRPr lang="en-GB"/>
          </a:p>
          <a:p>
            <a:endParaRPr lang="en-GB"/>
          </a:p>
          <a:p>
            <a:endParaRPr lang="en-GB"/>
          </a:p>
          <a:p>
            <a:r>
              <a:rPr lang="en-GB"/>
              <a:t>Click to add picture</a:t>
            </a:r>
          </a:p>
        </p:txBody>
      </p:sp>
      <p:sp>
        <p:nvSpPr>
          <p:cNvPr id="4" name="Text Placeholder 3">
            <a:extLst>
              <a:ext uri="{FF2B5EF4-FFF2-40B4-BE49-F238E27FC236}">
                <a16:creationId xmlns:a16="http://schemas.microsoft.com/office/drawing/2014/main" id="{B58B29D1-F5E8-6052-1A2B-A5D66EA78B4A}"/>
              </a:ext>
            </a:extLst>
          </p:cNvPr>
          <p:cNvSpPr>
            <a:spLocks noGrp="1"/>
          </p:cNvSpPr>
          <p:nvPr>
            <p:ph type="body" sz="half" idx="2"/>
          </p:nvPr>
        </p:nvSpPr>
        <p:spPr>
          <a:xfrm>
            <a:off x="6101480" y="1275632"/>
            <a:ext cx="5545137" cy="4961656"/>
          </a:xfrm>
        </p:spPr>
        <p:txBody>
          <a:bodyPr>
            <a:normAutofit/>
          </a:bodyPr>
          <a:lstStyle>
            <a:lvl1pPr marL="182563" indent="-182563">
              <a:buFont typeface="Wingdings" pitchFamily="2" charset="2"/>
              <a:buChar char="§"/>
              <a:tabLst/>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a:extLst>
              <a:ext uri="{FF2B5EF4-FFF2-40B4-BE49-F238E27FC236}">
                <a16:creationId xmlns:a16="http://schemas.microsoft.com/office/drawing/2014/main" id="{332C5DED-D296-07F6-0A82-BE06DCF85F86}"/>
              </a:ext>
            </a:extLst>
          </p:cNvPr>
          <p:cNvSpPr>
            <a:spLocks noGrp="1"/>
          </p:cNvSpPr>
          <p:nvPr>
            <p:ph type="dt" sz="half" idx="10"/>
          </p:nvPr>
        </p:nvSpPr>
        <p:spPr/>
        <p:txBody>
          <a:bodyPr/>
          <a:lstStyle/>
          <a:p>
            <a:r>
              <a:rPr lang="en-SE"/>
              <a:t>2023-09-13</a:t>
            </a:r>
            <a:endParaRPr lang="en-GB"/>
          </a:p>
        </p:txBody>
      </p:sp>
      <p:sp>
        <p:nvSpPr>
          <p:cNvPr id="10" name="Footer Placeholder 9">
            <a:extLst>
              <a:ext uri="{FF2B5EF4-FFF2-40B4-BE49-F238E27FC236}">
                <a16:creationId xmlns:a16="http://schemas.microsoft.com/office/drawing/2014/main" id="{662F0534-3AA4-CDD3-3F84-E332170DC412}"/>
              </a:ext>
            </a:extLst>
          </p:cNvPr>
          <p:cNvSpPr>
            <a:spLocks noGrp="1"/>
          </p:cNvSpPr>
          <p:nvPr>
            <p:ph type="ftr" sz="quarter" idx="11"/>
          </p:nvPr>
        </p:nvSpPr>
        <p:spPr/>
        <p:txBody>
          <a:bodyPr/>
          <a:lstStyle/>
          <a:p>
            <a:r>
              <a:rPr lang="en-GB"/>
              <a:t>[ramin.karim@ltu.se]</a:t>
            </a:r>
          </a:p>
        </p:txBody>
      </p:sp>
      <p:sp>
        <p:nvSpPr>
          <p:cNvPr id="11" name="Slide Number Placeholder 10">
            <a:extLst>
              <a:ext uri="{FF2B5EF4-FFF2-40B4-BE49-F238E27FC236}">
                <a16:creationId xmlns:a16="http://schemas.microsoft.com/office/drawing/2014/main" id="{0F51997A-D1C3-44EA-0DD3-CD803CAD7B36}"/>
              </a:ext>
            </a:extLst>
          </p:cNvPr>
          <p:cNvSpPr>
            <a:spLocks noGrp="1"/>
          </p:cNvSpPr>
          <p:nvPr>
            <p:ph type="sldNum" sz="quarter" idx="12"/>
          </p:nvPr>
        </p:nvSpPr>
        <p:spPr/>
        <p:txBody>
          <a:bodyPr/>
          <a:lstStyle/>
          <a:p>
            <a:fld id="{B3284CE9-EFAB-9F4B-868A-1F02DB69B64D}" type="slidenum">
              <a:rPr lang="en-GB" smtClean="0"/>
              <a:pPr/>
              <a:t>‹#›</a:t>
            </a:fld>
            <a:endParaRPr lang="en-GB"/>
          </a:p>
        </p:txBody>
      </p:sp>
    </p:spTree>
    <p:extLst>
      <p:ext uri="{BB962C8B-B14F-4D97-AF65-F5344CB8AC3E}">
        <p14:creationId xmlns:p14="http://schemas.microsoft.com/office/powerpoint/2010/main" val="595660133"/>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ext with 2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6F62A-F83F-9477-3483-57C4B15419EF}"/>
              </a:ext>
            </a:extLst>
          </p:cNvPr>
          <p:cNvSpPr>
            <a:spLocks noGrp="1"/>
          </p:cNvSpPr>
          <p:nvPr>
            <p:ph type="title"/>
          </p:nvPr>
        </p:nvSpPr>
        <p:spPr>
          <a:xfrm>
            <a:off x="557619" y="260350"/>
            <a:ext cx="5545137" cy="936625"/>
          </a:xfrm>
        </p:spPr>
        <p:txBody>
          <a:bodyPr anchor="ctr">
            <a:normAutofit/>
          </a:bodyPr>
          <a:lstStyle>
            <a:lvl1pPr>
              <a:defRPr sz="28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ACE4820-0D7C-1D98-C026-2A0B661514DF}"/>
              </a:ext>
            </a:extLst>
          </p:cNvPr>
          <p:cNvSpPr>
            <a:spLocks noGrp="1"/>
          </p:cNvSpPr>
          <p:nvPr>
            <p:ph type="pic" idx="1"/>
          </p:nvPr>
        </p:nvSpPr>
        <p:spPr>
          <a:xfrm>
            <a:off x="6453962" y="0"/>
            <a:ext cx="5738037" cy="3168000"/>
          </a:xfrm>
        </p:spPr>
        <p:txBody>
          <a:bodyPr>
            <a:normAutofit/>
          </a:bodyPr>
          <a:lstStyle>
            <a:lvl1pPr marL="0" indent="0" algn="ctr">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z="1600"/>
              <a:t>Click icon to add picture</a:t>
            </a:r>
            <a:endParaRPr lang="en-GB"/>
          </a:p>
        </p:txBody>
      </p:sp>
      <p:sp>
        <p:nvSpPr>
          <p:cNvPr id="4" name="Text Placeholder 3">
            <a:extLst>
              <a:ext uri="{FF2B5EF4-FFF2-40B4-BE49-F238E27FC236}">
                <a16:creationId xmlns:a16="http://schemas.microsoft.com/office/drawing/2014/main" id="{B58B29D1-F5E8-6052-1A2B-A5D66EA78B4A}"/>
              </a:ext>
            </a:extLst>
          </p:cNvPr>
          <p:cNvSpPr>
            <a:spLocks noGrp="1"/>
          </p:cNvSpPr>
          <p:nvPr>
            <p:ph type="body" sz="half" idx="2"/>
          </p:nvPr>
        </p:nvSpPr>
        <p:spPr>
          <a:xfrm>
            <a:off x="557619" y="1275632"/>
            <a:ext cx="5545137" cy="4961656"/>
          </a:xfrm>
        </p:spPr>
        <p:txBody>
          <a:bodyPr>
            <a:normAutofit/>
          </a:bodyPr>
          <a:lstStyle>
            <a:lvl1pPr marL="182563" indent="-182563">
              <a:buFont typeface="Wingdings" pitchFamily="2" charset="2"/>
              <a:buChar char="§"/>
              <a:tabLst/>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2">
            <a:extLst>
              <a:ext uri="{FF2B5EF4-FFF2-40B4-BE49-F238E27FC236}">
                <a16:creationId xmlns:a16="http://schemas.microsoft.com/office/drawing/2014/main" id="{1FA3D8D6-55A9-2CA2-7A80-E929074156F8}"/>
              </a:ext>
            </a:extLst>
          </p:cNvPr>
          <p:cNvSpPr>
            <a:spLocks noGrp="1"/>
          </p:cNvSpPr>
          <p:nvPr>
            <p:ph type="pic" idx="13"/>
          </p:nvPr>
        </p:nvSpPr>
        <p:spPr>
          <a:xfrm>
            <a:off x="6453961" y="3357131"/>
            <a:ext cx="5738037" cy="3168000"/>
          </a:xfrm>
        </p:spPr>
        <p:txBody>
          <a:bodyPr>
            <a:normAutofit/>
          </a:bodyPr>
          <a:lstStyle>
            <a:lvl1pPr marL="0" indent="0" algn="ctr">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z="1600"/>
              <a:t>Click icon to add picture</a:t>
            </a:r>
            <a:endParaRPr lang="en-GB"/>
          </a:p>
        </p:txBody>
      </p:sp>
      <p:sp>
        <p:nvSpPr>
          <p:cNvPr id="10" name="Date Placeholder 9">
            <a:extLst>
              <a:ext uri="{FF2B5EF4-FFF2-40B4-BE49-F238E27FC236}">
                <a16:creationId xmlns:a16="http://schemas.microsoft.com/office/drawing/2014/main" id="{FB5EFBA8-F415-D921-BFC7-FE6106C2AFA8}"/>
              </a:ext>
            </a:extLst>
          </p:cNvPr>
          <p:cNvSpPr>
            <a:spLocks noGrp="1"/>
          </p:cNvSpPr>
          <p:nvPr>
            <p:ph type="dt" sz="half" idx="14"/>
          </p:nvPr>
        </p:nvSpPr>
        <p:spPr/>
        <p:txBody>
          <a:bodyPr/>
          <a:lstStyle/>
          <a:p>
            <a:r>
              <a:rPr lang="en-SE"/>
              <a:t>2023-09-13</a:t>
            </a:r>
            <a:endParaRPr lang="en-GB"/>
          </a:p>
        </p:txBody>
      </p:sp>
      <p:sp>
        <p:nvSpPr>
          <p:cNvPr id="11" name="Footer Placeholder 10">
            <a:extLst>
              <a:ext uri="{FF2B5EF4-FFF2-40B4-BE49-F238E27FC236}">
                <a16:creationId xmlns:a16="http://schemas.microsoft.com/office/drawing/2014/main" id="{37A6D0FF-A7B4-0640-B8E4-154523E1F648}"/>
              </a:ext>
            </a:extLst>
          </p:cNvPr>
          <p:cNvSpPr>
            <a:spLocks noGrp="1"/>
          </p:cNvSpPr>
          <p:nvPr>
            <p:ph type="ftr" sz="quarter" idx="15"/>
          </p:nvPr>
        </p:nvSpPr>
        <p:spPr/>
        <p:txBody>
          <a:bodyPr/>
          <a:lstStyle/>
          <a:p>
            <a:r>
              <a:rPr lang="en-GB"/>
              <a:t>[ramin.karim@ltu.se]</a:t>
            </a:r>
          </a:p>
        </p:txBody>
      </p:sp>
      <p:sp>
        <p:nvSpPr>
          <p:cNvPr id="12" name="Slide Number Placeholder 11">
            <a:extLst>
              <a:ext uri="{FF2B5EF4-FFF2-40B4-BE49-F238E27FC236}">
                <a16:creationId xmlns:a16="http://schemas.microsoft.com/office/drawing/2014/main" id="{8428777F-85CB-4B68-3C93-A3F319825C62}"/>
              </a:ext>
            </a:extLst>
          </p:cNvPr>
          <p:cNvSpPr>
            <a:spLocks noGrp="1"/>
          </p:cNvSpPr>
          <p:nvPr>
            <p:ph type="sldNum" sz="quarter" idx="16"/>
          </p:nvPr>
        </p:nvSpPr>
        <p:spPr/>
        <p:txBody>
          <a:bodyPr/>
          <a:lstStyle/>
          <a:p>
            <a:fld id="{B3284CE9-EFAB-9F4B-868A-1F02DB69B64D}" type="slidenum">
              <a:rPr lang="en-GB" smtClean="0"/>
              <a:pPr/>
              <a:t>‹#›</a:t>
            </a:fld>
            <a:endParaRPr lang="en-GB"/>
          </a:p>
        </p:txBody>
      </p:sp>
      <p:sp>
        <p:nvSpPr>
          <p:cNvPr id="5" name="Rectangle 4">
            <a:extLst>
              <a:ext uri="{FF2B5EF4-FFF2-40B4-BE49-F238E27FC236}">
                <a16:creationId xmlns:a16="http://schemas.microsoft.com/office/drawing/2014/main" id="{93BEEBA2-C00C-AC90-0B29-AE6E85DB1C01}"/>
              </a:ext>
            </a:extLst>
          </p:cNvPr>
          <p:cNvSpPr/>
          <p:nvPr userDrawn="1"/>
        </p:nvSpPr>
        <p:spPr>
          <a:xfrm>
            <a:off x="326655" y="369182"/>
            <a:ext cx="46800" cy="669600"/>
          </a:xfrm>
          <a:prstGeom prst="rect">
            <a:avLst/>
          </a:prstGeom>
          <a:solidFill>
            <a:srgbClr val="FF824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err="1">
              <a:solidFill>
                <a:schemeClr val="tx1"/>
              </a:solidFill>
            </a:endParaRPr>
          </a:p>
        </p:txBody>
      </p:sp>
    </p:spTree>
    <p:extLst>
      <p:ext uri="{BB962C8B-B14F-4D97-AF65-F5344CB8AC3E}">
        <p14:creationId xmlns:p14="http://schemas.microsoft.com/office/powerpoint/2010/main" val="42466821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pictures with tex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ACE4820-0D7C-1D98-C026-2A0B661514DF}"/>
              </a:ext>
            </a:extLst>
          </p:cNvPr>
          <p:cNvSpPr>
            <a:spLocks noGrp="1"/>
          </p:cNvSpPr>
          <p:nvPr>
            <p:ph type="pic" idx="1"/>
          </p:nvPr>
        </p:nvSpPr>
        <p:spPr>
          <a:xfrm>
            <a:off x="0" y="0"/>
            <a:ext cx="5543897" cy="3171600"/>
          </a:xfrm>
        </p:spPr>
        <p:txBody>
          <a:bodyPr>
            <a:normAutofit/>
          </a:bodyPr>
          <a:lstStyle>
            <a:lvl1pPr marL="0" indent="0" algn="ctr">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z="1600"/>
              <a:t>Click icon to add picture</a:t>
            </a:r>
            <a:endParaRPr lang="en-GB"/>
          </a:p>
        </p:txBody>
      </p:sp>
      <p:sp>
        <p:nvSpPr>
          <p:cNvPr id="9" name="Picture Placeholder 2">
            <a:extLst>
              <a:ext uri="{FF2B5EF4-FFF2-40B4-BE49-F238E27FC236}">
                <a16:creationId xmlns:a16="http://schemas.microsoft.com/office/drawing/2014/main" id="{1FA3D8D6-55A9-2CA2-7A80-E929074156F8}"/>
              </a:ext>
            </a:extLst>
          </p:cNvPr>
          <p:cNvSpPr>
            <a:spLocks noGrp="1"/>
          </p:cNvSpPr>
          <p:nvPr>
            <p:ph type="pic" idx="13"/>
          </p:nvPr>
        </p:nvSpPr>
        <p:spPr>
          <a:xfrm>
            <a:off x="1" y="3350274"/>
            <a:ext cx="5543896" cy="3171600"/>
          </a:xfrm>
        </p:spPr>
        <p:txBody>
          <a:bodyPr>
            <a:normAutofit/>
          </a:bodyPr>
          <a:lstStyle>
            <a:lvl1pPr marL="0" indent="0" algn="ctr">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z="1600"/>
              <a:t>Click icon to add picture</a:t>
            </a:r>
            <a:endParaRPr lang="en-GB"/>
          </a:p>
        </p:txBody>
      </p:sp>
      <p:sp>
        <p:nvSpPr>
          <p:cNvPr id="5" name="Date Placeholder 4">
            <a:extLst>
              <a:ext uri="{FF2B5EF4-FFF2-40B4-BE49-F238E27FC236}">
                <a16:creationId xmlns:a16="http://schemas.microsoft.com/office/drawing/2014/main" id="{273FA737-2DBE-5DBD-1565-E473AB8FC0EC}"/>
              </a:ext>
            </a:extLst>
          </p:cNvPr>
          <p:cNvSpPr>
            <a:spLocks noGrp="1"/>
          </p:cNvSpPr>
          <p:nvPr>
            <p:ph type="dt" sz="half" idx="14"/>
          </p:nvPr>
        </p:nvSpPr>
        <p:spPr/>
        <p:txBody>
          <a:bodyPr/>
          <a:lstStyle/>
          <a:p>
            <a:r>
              <a:rPr lang="en-SE"/>
              <a:t>2023-09-13</a:t>
            </a:r>
            <a:endParaRPr lang="en-GB"/>
          </a:p>
        </p:txBody>
      </p:sp>
      <p:sp>
        <p:nvSpPr>
          <p:cNvPr id="6" name="Footer Placeholder 5">
            <a:extLst>
              <a:ext uri="{FF2B5EF4-FFF2-40B4-BE49-F238E27FC236}">
                <a16:creationId xmlns:a16="http://schemas.microsoft.com/office/drawing/2014/main" id="{140AFC14-5107-16B1-6381-BCB85C679ECB}"/>
              </a:ext>
            </a:extLst>
          </p:cNvPr>
          <p:cNvSpPr>
            <a:spLocks noGrp="1"/>
          </p:cNvSpPr>
          <p:nvPr>
            <p:ph type="ftr" sz="quarter" idx="15"/>
          </p:nvPr>
        </p:nvSpPr>
        <p:spPr/>
        <p:txBody>
          <a:bodyPr/>
          <a:lstStyle/>
          <a:p>
            <a:r>
              <a:rPr lang="en-GB"/>
              <a:t>[ramin.karim@ltu.se]</a:t>
            </a:r>
          </a:p>
        </p:txBody>
      </p:sp>
      <p:sp>
        <p:nvSpPr>
          <p:cNvPr id="7" name="Slide Number Placeholder 6">
            <a:extLst>
              <a:ext uri="{FF2B5EF4-FFF2-40B4-BE49-F238E27FC236}">
                <a16:creationId xmlns:a16="http://schemas.microsoft.com/office/drawing/2014/main" id="{EF4D57B3-B82C-44DD-258F-A234DE81EF28}"/>
              </a:ext>
            </a:extLst>
          </p:cNvPr>
          <p:cNvSpPr>
            <a:spLocks noGrp="1"/>
          </p:cNvSpPr>
          <p:nvPr>
            <p:ph type="sldNum" sz="quarter" idx="16"/>
          </p:nvPr>
        </p:nvSpPr>
        <p:spPr/>
        <p:txBody>
          <a:bodyPr/>
          <a:lstStyle/>
          <a:p>
            <a:fld id="{B3284CE9-EFAB-9F4B-868A-1F02DB69B64D}" type="slidenum">
              <a:rPr lang="en-GB" smtClean="0"/>
              <a:pPr/>
              <a:t>‹#›</a:t>
            </a:fld>
            <a:endParaRPr lang="en-GB"/>
          </a:p>
        </p:txBody>
      </p:sp>
      <p:sp>
        <p:nvSpPr>
          <p:cNvPr id="8" name="Rectangle 7">
            <a:extLst>
              <a:ext uri="{FF2B5EF4-FFF2-40B4-BE49-F238E27FC236}">
                <a16:creationId xmlns:a16="http://schemas.microsoft.com/office/drawing/2014/main" id="{8A923979-3CBA-AA8D-6648-A49E5E3D5B23}"/>
              </a:ext>
            </a:extLst>
          </p:cNvPr>
          <p:cNvSpPr/>
          <p:nvPr userDrawn="1"/>
        </p:nvSpPr>
        <p:spPr>
          <a:xfrm>
            <a:off x="5880447" y="369182"/>
            <a:ext cx="46800" cy="669600"/>
          </a:xfrm>
          <a:prstGeom prst="rect">
            <a:avLst/>
          </a:prstGeom>
          <a:solidFill>
            <a:srgbClr val="FF824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err="1">
              <a:solidFill>
                <a:schemeClr val="tx1"/>
              </a:solidFill>
            </a:endParaRPr>
          </a:p>
        </p:txBody>
      </p:sp>
      <p:sp>
        <p:nvSpPr>
          <p:cNvPr id="11" name="Title 1">
            <a:extLst>
              <a:ext uri="{FF2B5EF4-FFF2-40B4-BE49-F238E27FC236}">
                <a16:creationId xmlns:a16="http://schemas.microsoft.com/office/drawing/2014/main" id="{0565FF08-C07A-F636-263C-773DE94EEA8F}"/>
              </a:ext>
            </a:extLst>
          </p:cNvPr>
          <p:cNvSpPr>
            <a:spLocks noGrp="1"/>
          </p:cNvSpPr>
          <p:nvPr>
            <p:ph type="title"/>
          </p:nvPr>
        </p:nvSpPr>
        <p:spPr>
          <a:xfrm>
            <a:off x="6101480" y="260350"/>
            <a:ext cx="5545137" cy="936625"/>
          </a:xfrm>
        </p:spPr>
        <p:txBody>
          <a:bodyPr anchor="ctr">
            <a:normAutofit/>
          </a:bodyPr>
          <a:lstStyle>
            <a:lvl1pPr>
              <a:defRPr sz="2800"/>
            </a:lvl1pPr>
          </a:lstStyle>
          <a:p>
            <a:r>
              <a:rPr lang="en-US"/>
              <a:t>Click to edit Master title style</a:t>
            </a:r>
            <a:endParaRPr lang="en-GB"/>
          </a:p>
        </p:txBody>
      </p:sp>
      <p:sp>
        <p:nvSpPr>
          <p:cNvPr id="12" name="Text Placeholder 3">
            <a:extLst>
              <a:ext uri="{FF2B5EF4-FFF2-40B4-BE49-F238E27FC236}">
                <a16:creationId xmlns:a16="http://schemas.microsoft.com/office/drawing/2014/main" id="{C9C18363-823D-77F9-919A-51B95E7C410D}"/>
              </a:ext>
            </a:extLst>
          </p:cNvPr>
          <p:cNvSpPr>
            <a:spLocks noGrp="1"/>
          </p:cNvSpPr>
          <p:nvPr>
            <p:ph type="body" sz="half" idx="2"/>
          </p:nvPr>
        </p:nvSpPr>
        <p:spPr>
          <a:xfrm>
            <a:off x="6101480" y="1275632"/>
            <a:ext cx="5545137" cy="4961656"/>
          </a:xfrm>
        </p:spPr>
        <p:txBody>
          <a:bodyPr>
            <a:normAutofit/>
          </a:bodyPr>
          <a:lstStyle>
            <a:lvl1pPr marL="182563" indent="-182563">
              <a:buFont typeface="Wingdings" pitchFamily="2" charset="2"/>
              <a:buChar char="§"/>
              <a:tabLst/>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1830645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Full screen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657925ED-3C6E-D2BC-524C-03F95AFD69F9}"/>
              </a:ext>
            </a:extLst>
          </p:cNvPr>
          <p:cNvSpPr>
            <a:spLocks noGrp="1"/>
          </p:cNvSpPr>
          <p:nvPr>
            <p:ph type="pic" sz="quarter" idx="13"/>
          </p:nvPr>
        </p:nvSpPr>
        <p:spPr>
          <a:xfrm>
            <a:off x="0" y="-1"/>
            <a:ext cx="12196800" cy="6521841"/>
          </a:xfrm>
        </p:spPr>
        <p:txBody>
          <a:bodyPr/>
          <a:lstStyle>
            <a:lvl1pPr marL="12700" indent="0" algn="ctr">
              <a:buNone/>
              <a:defRPr sz="1600"/>
            </a:lvl1pPr>
          </a:lstStyle>
          <a:p>
            <a:r>
              <a:rPr lang="en-US"/>
              <a:t>Click icon to add picture</a:t>
            </a:r>
            <a:endParaRPr lang="en-GB"/>
          </a:p>
        </p:txBody>
      </p:sp>
      <p:sp>
        <p:nvSpPr>
          <p:cNvPr id="2" name="Date Placeholder 1">
            <a:extLst>
              <a:ext uri="{FF2B5EF4-FFF2-40B4-BE49-F238E27FC236}">
                <a16:creationId xmlns:a16="http://schemas.microsoft.com/office/drawing/2014/main" id="{48A6EA2C-8811-28BF-A8D8-8A81FA6B20BE}"/>
              </a:ext>
            </a:extLst>
          </p:cNvPr>
          <p:cNvSpPr>
            <a:spLocks noGrp="1"/>
          </p:cNvSpPr>
          <p:nvPr>
            <p:ph type="dt" sz="half" idx="14"/>
          </p:nvPr>
        </p:nvSpPr>
        <p:spPr/>
        <p:txBody>
          <a:bodyPr/>
          <a:lstStyle/>
          <a:p>
            <a:r>
              <a:rPr lang="en-SE"/>
              <a:t>2023-09-13</a:t>
            </a:r>
            <a:endParaRPr lang="en-GB"/>
          </a:p>
        </p:txBody>
      </p:sp>
      <p:sp>
        <p:nvSpPr>
          <p:cNvPr id="3" name="Footer Placeholder 2">
            <a:extLst>
              <a:ext uri="{FF2B5EF4-FFF2-40B4-BE49-F238E27FC236}">
                <a16:creationId xmlns:a16="http://schemas.microsoft.com/office/drawing/2014/main" id="{66F74CE5-7877-FF40-E2D2-D71BF90E9C3B}"/>
              </a:ext>
            </a:extLst>
          </p:cNvPr>
          <p:cNvSpPr>
            <a:spLocks noGrp="1"/>
          </p:cNvSpPr>
          <p:nvPr>
            <p:ph type="ftr" sz="quarter" idx="15"/>
          </p:nvPr>
        </p:nvSpPr>
        <p:spPr/>
        <p:txBody>
          <a:bodyPr/>
          <a:lstStyle/>
          <a:p>
            <a:r>
              <a:rPr lang="en-GB"/>
              <a:t>[ramin.karim@ltu.se]</a:t>
            </a:r>
          </a:p>
        </p:txBody>
      </p:sp>
      <p:sp>
        <p:nvSpPr>
          <p:cNvPr id="4" name="Slide Number Placeholder 3">
            <a:extLst>
              <a:ext uri="{FF2B5EF4-FFF2-40B4-BE49-F238E27FC236}">
                <a16:creationId xmlns:a16="http://schemas.microsoft.com/office/drawing/2014/main" id="{D6A08267-CE22-825F-FEB3-75D87DFB2D00}"/>
              </a:ext>
            </a:extLst>
          </p:cNvPr>
          <p:cNvSpPr>
            <a:spLocks noGrp="1"/>
          </p:cNvSpPr>
          <p:nvPr>
            <p:ph type="sldNum" sz="quarter" idx="16"/>
          </p:nvPr>
        </p:nvSpPr>
        <p:spPr/>
        <p:txBody>
          <a:bodyPr/>
          <a:lstStyle/>
          <a:p>
            <a:fld id="{B3284CE9-EFAB-9F4B-868A-1F02DB69B64D}" type="slidenum">
              <a:rPr lang="en-GB" smtClean="0"/>
              <a:pPr/>
              <a:t>‹#›</a:t>
            </a:fld>
            <a:endParaRPr lang="en-GB"/>
          </a:p>
        </p:txBody>
      </p:sp>
    </p:spTree>
    <p:extLst>
      <p:ext uri="{BB962C8B-B14F-4D97-AF65-F5344CB8AC3E}">
        <p14:creationId xmlns:p14="http://schemas.microsoft.com/office/powerpoint/2010/main" val="19379284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ull screen image with caption">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657925ED-3C6E-D2BC-524C-03F95AFD69F9}"/>
              </a:ext>
            </a:extLst>
          </p:cNvPr>
          <p:cNvSpPr>
            <a:spLocks noGrp="1"/>
          </p:cNvSpPr>
          <p:nvPr>
            <p:ph type="pic" sz="quarter" idx="13"/>
          </p:nvPr>
        </p:nvSpPr>
        <p:spPr>
          <a:xfrm>
            <a:off x="0" y="0"/>
            <a:ext cx="12196800" cy="6528281"/>
          </a:xfrm>
        </p:spPr>
        <p:txBody>
          <a:bodyPr/>
          <a:lstStyle>
            <a:lvl1pPr marL="12700" indent="0" algn="ctr">
              <a:buNone/>
              <a:defRPr sz="1600"/>
            </a:lvl1pPr>
          </a:lstStyle>
          <a:p>
            <a:r>
              <a:rPr lang="en-US"/>
              <a:t>Click icon to add picture</a:t>
            </a:r>
            <a:endParaRPr lang="en-GB"/>
          </a:p>
        </p:txBody>
      </p:sp>
      <p:sp>
        <p:nvSpPr>
          <p:cNvPr id="2" name="Text Placeholder 12">
            <a:extLst>
              <a:ext uri="{FF2B5EF4-FFF2-40B4-BE49-F238E27FC236}">
                <a16:creationId xmlns:a16="http://schemas.microsoft.com/office/drawing/2014/main" id="{6B115ABF-A9C0-7083-19A9-0EA9F3539AE8}"/>
              </a:ext>
            </a:extLst>
          </p:cNvPr>
          <p:cNvSpPr>
            <a:spLocks noGrp="1"/>
          </p:cNvSpPr>
          <p:nvPr>
            <p:ph type="body" sz="quarter" idx="14" hasCustomPrompt="1"/>
          </p:nvPr>
        </p:nvSpPr>
        <p:spPr>
          <a:xfrm>
            <a:off x="8593742" y="2081338"/>
            <a:ext cx="2695324" cy="2695324"/>
          </a:xfrm>
          <a:prstGeom prst="rect">
            <a:avLst/>
          </a:prstGeom>
          <a:solidFill>
            <a:schemeClr val="bg2"/>
          </a:solidFill>
          <a:ln w="3175">
            <a:solidFill>
              <a:schemeClr val="tx1"/>
            </a:solidFill>
          </a:ln>
        </p:spPr>
        <p:txBody>
          <a:bodyPr lIns="288000" tIns="180000" rIns="180000" bIns="180000" anchor="ctr">
            <a:normAutofit/>
          </a:bodyPr>
          <a:lstStyle>
            <a:lvl1pPr marL="0" indent="0" algn="l">
              <a:spcBef>
                <a:spcPts val="0"/>
              </a:spcBef>
              <a:buNone/>
              <a:defRPr sz="2000" b="1">
                <a:solidFill>
                  <a:schemeClr val="tx1"/>
                </a:solidFill>
              </a:defRPr>
            </a:lvl1pPr>
          </a:lstStyle>
          <a:p>
            <a:pPr lvl="0"/>
            <a:r>
              <a:rPr lang="en-GB" noProof="0"/>
              <a:t>Click to add caption</a:t>
            </a:r>
          </a:p>
        </p:txBody>
      </p:sp>
      <p:sp>
        <p:nvSpPr>
          <p:cNvPr id="3" name="Date Placeholder 2">
            <a:extLst>
              <a:ext uri="{FF2B5EF4-FFF2-40B4-BE49-F238E27FC236}">
                <a16:creationId xmlns:a16="http://schemas.microsoft.com/office/drawing/2014/main" id="{8808CA53-CC97-961B-0FD8-0ACD9166C5B2}"/>
              </a:ext>
            </a:extLst>
          </p:cNvPr>
          <p:cNvSpPr>
            <a:spLocks noGrp="1"/>
          </p:cNvSpPr>
          <p:nvPr>
            <p:ph type="dt" sz="half" idx="15"/>
          </p:nvPr>
        </p:nvSpPr>
        <p:spPr/>
        <p:txBody>
          <a:bodyPr/>
          <a:lstStyle/>
          <a:p>
            <a:r>
              <a:rPr lang="en-SE"/>
              <a:t>2023-09-13</a:t>
            </a:r>
            <a:endParaRPr lang="en-GB"/>
          </a:p>
        </p:txBody>
      </p:sp>
      <p:sp>
        <p:nvSpPr>
          <p:cNvPr id="6" name="Footer Placeholder 5">
            <a:extLst>
              <a:ext uri="{FF2B5EF4-FFF2-40B4-BE49-F238E27FC236}">
                <a16:creationId xmlns:a16="http://schemas.microsoft.com/office/drawing/2014/main" id="{2E4E3B6A-F6FA-DE48-9536-B04BF2E88240}"/>
              </a:ext>
            </a:extLst>
          </p:cNvPr>
          <p:cNvSpPr>
            <a:spLocks noGrp="1"/>
          </p:cNvSpPr>
          <p:nvPr>
            <p:ph type="ftr" sz="quarter" idx="16"/>
          </p:nvPr>
        </p:nvSpPr>
        <p:spPr/>
        <p:txBody>
          <a:bodyPr/>
          <a:lstStyle/>
          <a:p>
            <a:r>
              <a:rPr lang="en-GB"/>
              <a:t>[ramin.karim@ltu.se]</a:t>
            </a:r>
          </a:p>
        </p:txBody>
      </p:sp>
      <p:sp>
        <p:nvSpPr>
          <p:cNvPr id="8" name="Slide Number Placeholder 7">
            <a:extLst>
              <a:ext uri="{FF2B5EF4-FFF2-40B4-BE49-F238E27FC236}">
                <a16:creationId xmlns:a16="http://schemas.microsoft.com/office/drawing/2014/main" id="{6799A885-8538-4FC7-FC8F-139521DF98D8}"/>
              </a:ext>
            </a:extLst>
          </p:cNvPr>
          <p:cNvSpPr>
            <a:spLocks noGrp="1"/>
          </p:cNvSpPr>
          <p:nvPr>
            <p:ph type="sldNum" sz="quarter" idx="17"/>
          </p:nvPr>
        </p:nvSpPr>
        <p:spPr/>
        <p:txBody>
          <a:bodyPr/>
          <a:lstStyle/>
          <a:p>
            <a:fld id="{B3284CE9-EFAB-9F4B-868A-1F02DB69B64D}" type="slidenum">
              <a:rPr lang="en-GB" smtClean="0"/>
              <a:pPr/>
              <a:t>‹#›</a:t>
            </a:fld>
            <a:endParaRPr lang="en-GB"/>
          </a:p>
        </p:txBody>
      </p:sp>
    </p:spTree>
    <p:extLst>
      <p:ext uri="{BB962C8B-B14F-4D97-AF65-F5344CB8AC3E}">
        <p14:creationId xmlns:p14="http://schemas.microsoft.com/office/powerpoint/2010/main" val="34360398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Full screen video">
    <p:spTree>
      <p:nvGrpSpPr>
        <p:cNvPr id="1" name=""/>
        <p:cNvGrpSpPr/>
        <p:nvPr/>
      </p:nvGrpSpPr>
      <p:grpSpPr>
        <a:xfrm>
          <a:off x="0" y="0"/>
          <a:ext cx="0" cy="0"/>
          <a:chOff x="0" y="0"/>
          <a:chExt cx="0" cy="0"/>
        </a:xfrm>
      </p:grpSpPr>
      <p:sp>
        <p:nvSpPr>
          <p:cNvPr id="6" name="Media Placeholder 5">
            <a:extLst>
              <a:ext uri="{FF2B5EF4-FFF2-40B4-BE49-F238E27FC236}">
                <a16:creationId xmlns:a16="http://schemas.microsoft.com/office/drawing/2014/main" id="{0D4C0260-5644-9528-63A7-842FE461CF19}"/>
              </a:ext>
            </a:extLst>
          </p:cNvPr>
          <p:cNvSpPr>
            <a:spLocks noGrp="1"/>
          </p:cNvSpPr>
          <p:nvPr>
            <p:ph type="media" sz="quarter" idx="13"/>
          </p:nvPr>
        </p:nvSpPr>
        <p:spPr>
          <a:xfrm>
            <a:off x="0" y="-1"/>
            <a:ext cx="12196800" cy="6509903"/>
          </a:xfrm>
        </p:spPr>
        <p:txBody>
          <a:bodyPr>
            <a:normAutofit/>
          </a:bodyPr>
          <a:lstStyle>
            <a:lvl1pPr marL="12700" indent="0" algn="ctr">
              <a:buNone/>
              <a:defRPr sz="1600"/>
            </a:lvl1pPr>
          </a:lstStyle>
          <a:p>
            <a:r>
              <a:rPr lang="en-US"/>
              <a:t>Click icon to add media</a:t>
            </a:r>
            <a:endParaRPr lang="en-GB"/>
          </a:p>
        </p:txBody>
      </p:sp>
      <p:sp>
        <p:nvSpPr>
          <p:cNvPr id="10" name="Date Placeholder 9">
            <a:extLst>
              <a:ext uri="{FF2B5EF4-FFF2-40B4-BE49-F238E27FC236}">
                <a16:creationId xmlns:a16="http://schemas.microsoft.com/office/drawing/2014/main" id="{F4FAC3A0-DEB5-81E3-A40F-7B264A0EA62C}"/>
              </a:ext>
            </a:extLst>
          </p:cNvPr>
          <p:cNvSpPr>
            <a:spLocks noGrp="1"/>
          </p:cNvSpPr>
          <p:nvPr>
            <p:ph type="dt" sz="half" idx="14"/>
          </p:nvPr>
        </p:nvSpPr>
        <p:spPr/>
        <p:txBody>
          <a:bodyPr/>
          <a:lstStyle/>
          <a:p>
            <a:r>
              <a:rPr lang="en-SE"/>
              <a:t>2023-09-13</a:t>
            </a:r>
            <a:endParaRPr lang="en-GB"/>
          </a:p>
        </p:txBody>
      </p:sp>
      <p:sp>
        <p:nvSpPr>
          <p:cNvPr id="11" name="Footer Placeholder 10">
            <a:extLst>
              <a:ext uri="{FF2B5EF4-FFF2-40B4-BE49-F238E27FC236}">
                <a16:creationId xmlns:a16="http://schemas.microsoft.com/office/drawing/2014/main" id="{697A248D-9CAC-D4C1-95F6-10AE2AAB4361}"/>
              </a:ext>
            </a:extLst>
          </p:cNvPr>
          <p:cNvSpPr>
            <a:spLocks noGrp="1"/>
          </p:cNvSpPr>
          <p:nvPr>
            <p:ph type="ftr" sz="quarter" idx="15"/>
          </p:nvPr>
        </p:nvSpPr>
        <p:spPr/>
        <p:txBody>
          <a:bodyPr/>
          <a:lstStyle/>
          <a:p>
            <a:r>
              <a:rPr lang="en-GB"/>
              <a:t>[ramin.karim@ltu.se]</a:t>
            </a:r>
          </a:p>
        </p:txBody>
      </p:sp>
      <p:sp>
        <p:nvSpPr>
          <p:cNvPr id="12" name="Slide Number Placeholder 11">
            <a:extLst>
              <a:ext uri="{FF2B5EF4-FFF2-40B4-BE49-F238E27FC236}">
                <a16:creationId xmlns:a16="http://schemas.microsoft.com/office/drawing/2014/main" id="{4B962CC8-0D63-F763-E8E3-12A960029E23}"/>
              </a:ext>
            </a:extLst>
          </p:cNvPr>
          <p:cNvSpPr>
            <a:spLocks noGrp="1"/>
          </p:cNvSpPr>
          <p:nvPr>
            <p:ph type="sldNum" sz="quarter" idx="16"/>
          </p:nvPr>
        </p:nvSpPr>
        <p:spPr/>
        <p:txBody>
          <a:bodyPr/>
          <a:lstStyle/>
          <a:p>
            <a:fld id="{B3284CE9-EFAB-9F4B-868A-1F02DB69B64D}" type="slidenum">
              <a:rPr lang="en-GB" smtClean="0"/>
              <a:pPr/>
              <a:t>‹#›</a:t>
            </a:fld>
            <a:endParaRPr lang="en-GB"/>
          </a:p>
        </p:txBody>
      </p:sp>
    </p:spTree>
    <p:extLst>
      <p:ext uri="{BB962C8B-B14F-4D97-AF65-F5344CB8AC3E}">
        <p14:creationId xmlns:p14="http://schemas.microsoft.com/office/powerpoint/2010/main" val="369799281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8BAE2B-5F51-714A-F072-07D331E278E8}"/>
              </a:ext>
            </a:extLst>
          </p:cNvPr>
          <p:cNvSpPr/>
          <p:nvPr userDrawn="1"/>
        </p:nvSpPr>
        <p:spPr>
          <a:xfrm>
            <a:off x="0" y="-2"/>
            <a:ext cx="3382596" cy="6519600"/>
          </a:xfrm>
          <a:prstGeom prst="rect">
            <a:avLst/>
          </a:prstGeom>
          <a:solidFill>
            <a:srgbClr val="0730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 Placeholder 3">
            <a:extLst>
              <a:ext uri="{FF2B5EF4-FFF2-40B4-BE49-F238E27FC236}">
                <a16:creationId xmlns:a16="http://schemas.microsoft.com/office/drawing/2014/main" id="{320F6472-22EE-CA2A-B6E6-E123E735E535}"/>
              </a:ext>
            </a:extLst>
          </p:cNvPr>
          <p:cNvSpPr>
            <a:spLocks noGrp="1"/>
          </p:cNvSpPr>
          <p:nvPr>
            <p:ph type="body" sz="half" idx="2"/>
          </p:nvPr>
        </p:nvSpPr>
        <p:spPr>
          <a:xfrm>
            <a:off x="6258811" y="914399"/>
            <a:ext cx="5040000" cy="4320000"/>
          </a:xfrm>
        </p:spPr>
        <p:txBody>
          <a:bodyPr anchor="ct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Picture Placeholder 9">
            <a:extLst>
              <a:ext uri="{FF2B5EF4-FFF2-40B4-BE49-F238E27FC236}">
                <a16:creationId xmlns:a16="http://schemas.microsoft.com/office/drawing/2014/main" id="{D0C78E44-7E6E-8C2A-B4A4-FDE78FA888E8}"/>
              </a:ext>
            </a:extLst>
          </p:cNvPr>
          <p:cNvSpPr>
            <a:spLocks noGrp="1" noChangeAspect="1"/>
          </p:cNvSpPr>
          <p:nvPr>
            <p:ph type="pic" sz="quarter" idx="13"/>
          </p:nvPr>
        </p:nvSpPr>
        <p:spPr>
          <a:xfrm>
            <a:off x="1206928" y="914399"/>
            <a:ext cx="4320000" cy="4320000"/>
          </a:xfrm>
        </p:spPr>
        <p:txBody>
          <a:bodyPr>
            <a:normAutofit/>
          </a:bodyPr>
          <a:lstStyle>
            <a:lvl1pPr marL="12700" indent="0" algn="ctr">
              <a:buNone/>
              <a:defRPr sz="1600"/>
            </a:lvl1pPr>
          </a:lstStyle>
          <a:p>
            <a:r>
              <a:rPr lang="en-US"/>
              <a:t>Click icon to add picture</a:t>
            </a:r>
            <a:endParaRPr lang="en-GB"/>
          </a:p>
        </p:txBody>
      </p:sp>
      <p:sp>
        <p:nvSpPr>
          <p:cNvPr id="12" name="Date Placeholder 11">
            <a:extLst>
              <a:ext uri="{FF2B5EF4-FFF2-40B4-BE49-F238E27FC236}">
                <a16:creationId xmlns:a16="http://schemas.microsoft.com/office/drawing/2014/main" id="{27BFBA75-9563-CD49-78F6-17396208D315}"/>
              </a:ext>
            </a:extLst>
          </p:cNvPr>
          <p:cNvSpPr>
            <a:spLocks noGrp="1"/>
          </p:cNvSpPr>
          <p:nvPr>
            <p:ph type="dt" sz="half" idx="14"/>
          </p:nvPr>
        </p:nvSpPr>
        <p:spPr/>
        <p:txBody>
          <a:bodyPr/>
          <a:lstStyle/>
          <a:p>
            <a:r>
              <a:rPr lang="en-SE"/>
              <a:t>2023-09-13</a:t>
            </a:r>
            <a:endParaRPr lang="en-GB"/>
          </a:p>
        </p:txBody>
      </p:sp>
      <p:sp>
        <p:nvSpPr>
          <p:cNvPr id="13" name="Footer Placeholder 12">
            <a:extLst>
              <a:ext uri="{FF2B5EF4-FFF2-40B4-BE49-F238E27FC236}">
                <a16:creationId xmlns:a16="http://schemas.microsoft.com/office/drawing/2014/main" id="{1F3C2B7F-136C-8094-B869-51DE2127DE95}"/>
              </a:ext>
            </a:extLst>
          </p:cNvPr>
          <p:cNvSpPr>
            <a:spLocks noGrp="1"/>
          </p:cNvSpPr>
          <p:nvPr>
            <p:ph type="ftr" sz="quarter" idx="15"/>
          </p:nvPr>
        </p:nvSpPr>
        <p:spPr/>
        <p:txBody>
          <a:bodyPr/>
          <a:lstStyle/>
          <a:p>
            <a:r>
              <a:rPr lang="en-GB"/>
              <a:t>[ramin.karim@ltu.se]</a:t>
            </a:r>
          </a:p>
        </p:txBody>
      </p:sp>
      <p:sp>
        <p:nvSpPr>
          <p:cNvPr id="14" name="Slide Number Placeholder 13">
            <a:extLst>
              <a:ext uri="{FF2B5EF4-FFF2-40B4-BE49-F238E27FC236}">
                <a16:creationId xmlns:a16="http://schemas.microsoft.com/office/drawing/2014/main" id="{C3F89138-6400-A602-296E-AC8EDD4C493C}"/>
              </a:ext>
            </a:extLst>
          </p:cNvPr>
          <p:cNvSpPr>
            <a:spLocks noGrp="1"/>
          </p:cNvSpPr>
          <p:nvPr>
            <p:ph type="sldNum" sz="quarter" idx="16"/>
          </p:nvPr>
        </p:nvSpPr>
        <p:spPr/>
        <p:txBody>
          <a:bodyPr/>
          <a:lstStyle/>
          <a:p>
            <a:fld id="{B3284CE9-EFAB-9F4B-868A-1F02DB69B64D}" type="slidenum">
              <a:rPr lang="en-GB" smtClean="0"/>
              <a:pPr/>
              <a:t>‹#›</a:t>
            </a:fld>
            <a:endParaRPr lang="en-GB"/>
          </a:p>
        </p:txBody>
      </p:sp>
    </p:spTree>
    <p:extLst>
      <p:ext uri="{BB962C8B-B14F-4D97-AF65-F5344CB8AC3E}">
        <p14:creationId xmlns:p14="http://schemas.microsoft.com/office/powerpoint/2010/main" val="29364793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aption with 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8BAE2B-5F51-714A-F072-07D331E278E8}"/>
              </a:ext>
            </a:extLst>
          </p:cNvPr>
          <p:cNvSpPr/>
          <p:nvPr userDrawn="1"/>
        </p:nvSpPr>
        <p:spPr>
          <a:xfrm>
            <a:off x="8809404" y="6347"/>
            <a:ext cx="3382596" cy="6519600"/>
          </a:xfrm>
          <a:prstGeom prst="rect">
            <a:avLst/>
          </a:prstGeom>
          <a:solidFill>
            <a:srgbClr val="0730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 Placeholder 3">
            <a:extLst>
              <a:ext uri="{FF2B5EF4-FFF2-40B4-BE49-F238E27FC236}">
                <a16:creationId xmlns:a16="http://schemas.microsoft.com/office/drawing/2014/main" id="{320F6472-22EE-CA2A-B6E6-E123E735E535}"/>
              </a:ext>
            </a:extLst>
          </p:cNvPr>
          <p:cNvSpPr>
            <a:spLocks noGrp="1"/>
          </p:cNvSpPr>
          <p:nvPr>
            <p:ph type="body" sz="half" idx="2"/>
          </p:nvPr>
        </p:nvSpPr>
        <p:spPr>
          <a:xfrm>
            <a:off x="1217339" y="914399"/>
            <a:ext cx="5040000" cy="4320000"/>
          </a:xfrm>
        </p:spPr>
        <p:txBody>
          <a:bodyPr anchor="ct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Picture Placeholder 9">
            <a:extLst>
              <a:ext uri="{FF2B5EF4-FFF2-40B4-BE49-F238E27FC236}">
                <a16:creationId xmlns:a16="http://schemas.microsoft.com/office/drawing/2014/main" id="{D0C78E44-7E6E-8C2A-B4A4-FDE78FA888E8}"/>
              </a:ext>
            </a:extLst>
          </p:cNvPr>
          <p:cNvSpPr>
            <a:spLocks noGrp="1" noChangeAspect="1"/>
          </p:cNvSpPr>
          <p:nvPr>
            <p:ph type="pic" sz="quarter" idx="13"/>
          </p:nvPr>
        </p:nvSpPr>
        <p:spPr>
          <a:xfrm>
            <a:off x="6833028" y="914399"/>
            <a:ext cx="4320000" cy="4320000"/>
          </a:xfrm>
        </p:spPr>
        <p:txBody>
          <a:bodyPr>
            <a:normAutofit/>
          </a:bodyPr>
          <a:lstStyle>
            <a:lvl1pPr marL="12700" indent="0" algn="ctr">
              <a:buNone/>
              <a:defRPr sz="1600"/>
            </a:lvl1pPr>
          </a:lstStyle>
          <a:p>
            <a:r>
              <a:rPr lang="en-US"/>
              <a:t>Click icon to add picture</a:t>
            </a:r>
            <a:endParaRPr lang="en-GB"/>
          </a:p>
        </p:txBody>
      </p:sp>
      <p:sp>
        <p:nvSpPr>
          <p:cNvPr id="12" name="Date Placeholder 11">
            <a:extLst>
              <a:ext uri="{FF2B5EF4-FFF2-40B4-BE49-F238E27FC236}">
                <a16:creationId xmlns:a16="http://schemas.microsoft.com/office/drawing/2014/main" id="{4FFF6DAF-C0AF-40A8-3958-856CA5A823EF}"/>
              </a:ext>
            </a:extLst>
          </p:cNvPr>
          <p:cNvSpPr>
            <a:spLocks noGrp="1"/>
          </p:cNvSpPr>
          <p:nvPr>
            <p:ph type="dt" sz="half" idx="14"/>
          </p:nvPr>
        </p:nvSpPr>
        <p:spPr/>
        <p:txBody>
          <a:bodyPr/>
          <a:lstStyle/>
          <a:p>
            <a:r>
              <a:rPr lang="en-SE"/>
              <a:t>2023-09-13</a:t>
            </a:r>
            <a:endParaRPr lang="en-GB"/>
          </a:p>
        </p:txBody>
      </p:sp>
      <p:sp>
        <p:nvSpPr>
          <p:cNvPr id="13" name="Footer Placeholder 12">
            <a:extLst>
              <a:ext uri="{FF2B5EF4-FFF2-40B4-BE49-F238E27FC236}">
                <a16:creationId xmlns:a16="http://schemas.microsoft.com/office/drawing/2014/main" id="{A0125F47-D166-BAD6-B865-3108D4817CF4}"/>
              </a:ext>
            </a:extLst>
          </p:cNvPr>
          <p:cNvSpPr>
            <a:spLocks noGrp="1"/>
          </p:cNvSpPr>
          <p:nvPr>
            <p:ph type="ftr" sz="quarter" idx="15"/>
          </p:nvPr>
        </p:nvSpPr>
        <p:spPr/>
        <p:txBody>
          <a:bodyPr/>
          <a:lstStyle/>
          <a:p>
            <a:r>
              <a:rPr lang="en-GB"/>
              <a:t>[ramin.karim@ltu.se]</a:t>
            </a:r>
          </a:p>
        </p:txBody>
      </p:sp>
      <p:sp>
        <p:nvSpPr>
          <p:cNvPr id="14" name="Slide Number Placeholder 13">
            <a:extLst>
              <a:ext uri="{FF2B5EF4-FFF2-40B4-BE49-F238E27FC236}">
                <a16:creationId xmlns:a16="http://schemas.microsoft.com/office/drawing/2014/main" id="{AD2AC487-007D-25B7-0E2D-E50276DC8D79}"/>
              </a:ext>
            </a:extLst>
          </p:cNvPr>
          <p:cNvSpPr>
            <a:spLocks noGrp="1"/>
          </p:cNvSpPr>
          <p:nvPr>
            <p:ph type="sldNum" sz="quarter" idx="16"/>
          </p:nvPr>
        </p:nvSpPr>
        <p:spPr/>
        <p:txBody>
          <a:bodyPr/>
          <a:lstStyle/>
          <a:p>
            <a:fld id="{B3284CE9-EFAB-9F4B-868A-1F02DB69B64D}" type="slidenum">
              <a:rPr lang="en-GB" smtClean="0"/>
              <a:pPr/>
              <a:t>‹#›</a:t>
            </a:fld>
            <a:endParaRPr lang="en-GB"/>
          </a:p>
        </p:txBody>
      </p:sp>
    </p:spTree>
    <p:extLst>
      <p:ext uri="{BB962C8B-B14F-4D97-AF65-F5344CB8AC3E}">
        <p14:creationId xmlns:p14="http://schemas.microsoft.com/office/powerpoint/2010/main" val="19336751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 images and optional captions">
    <p:spTree>
      <p:nvGrpSpPr>
        <p:cNvPr id="1" name=""/>
        <p:cNvGrpSpPr/>
        <p:nvPr/>
      </p:nvGrpSpPr>
      <p:grpSpPr>
        <a:xfrm>
          <a:off x="0" y="0"/>
          <a:ext cx="0" cy="0"/>
          <a:chOff x="0" y="0"/>
          <a:chExt cx="0" cy="0"/>
        </a:xfrm>
      </p:grpSpPr>
      <p:sp>
        <p:nvSpPr>
          <p:cNvPr id="6" name="Picture Placeholder 13">
            <a:extLst>
              <a:ext uri="{FF2B5EF4-FFF2-40B4-BE49-F238E27FC236}">
                <a16:creationId xmlns:a16="http://schemas.microsoft.com/office/drawing/2014/main" id="{6F69CA18-3328-A347-11DC-55778274B577}"/>
              </a:ext>
            </a:extLst>
          </p:cNvPr>
          <p:cNvSpPr>
            <a:spLocks noGrp="1"/>
          </p:cNvSpPr>
          <p:nvPr>
            <p:ph type="pic" sz="quarter" idx="13"/>
          </p:nvPr>
        </p:nvSpPr>
        <p:spPr>
          <a:xfrm>
            <a:off x="-33786" y="-1166"/>
            <a:ext cx="4095891" cy="3238029"/>
          </a:xfrm>
        </p:spPr>
        <p:txBody>
          <a:bodyPr/>
          <a:lstStyle>
            <a:lvl1pPr marL="9525" indent="0" algn="ctr">
              <a:buNone/>
              <a:defRPr/>
            </a:lvl1pPr>
          </a:lstStyle>
          <a:p>
            <a:r>
              <a:rPr lang="en-US"/>
              <a:t>Click icon to add picture</a:t>
            </a:r>
            <a:endParaRPr lang="en-GB"/>
          </a:p>
        </p:txBody>
      </p:sp>
      <p:sp>
        <p:nvSpPr>
          <p:cNvPr id="8" name="Picture Placeholder 15">
            <a:extLst>
              <a:ext uri="{FF2B5EF4-FFF2-40B4-BE49-F238E27FC236}">
                <a16:creationId xmlns:a16="http://schemas.microsoft.com/office/drawing/2014/main" id="{E5BE8E48-2656-2130-6E37-59A8BEDD62C7}"/>
              </a:ext>
            </a:extLst>
          </p:cNvPr>
          <p:cNvSpPr>
            <a:spLocks noGrp="1"/>
          </p:cNvSpPr>
          <p:nvPr>
            <p:ph type="pic" sz="quarter" idx="15"/>
          </p:nvPr>
        </p:nvSpPr>
        <p:spPr>
          <a:xfrm>
            <a:off x="4065421" y="3236400"/>
            <a:ext cx="4095891" cy="3288637"/>
          </a:xfrm>
        </p:spPr>
        <p:txBody>
          <a:bodyPr/>
          <a:lstStyle>
            <a:lvl1pPr marL="9525" indent="0" algn="ctr">
              <a:buNone/>
              <a:defRPr/>
            </a:lvl1pPr>
          </a:lstStyle>
          <a:p>
            <a:r>
              <a:rPr lang="en-US"/>
              <a:t>Click icon to add picture</a:t>
            </a:r>
            <a:endParaRPr lang="en-GB"/>
          </a:p>
        </p:txBody>
      </p:sp>
      <p:sp>
        <p:nvSpPr>
          <p:cNvPr id="9" name="Text Placeholder 8">
            <a:extLst>
              <a:ext uri="{FF2B5EF4-FFF2-40B4-BE49-F238E27FC236}">
                <a16:creationId xmlns:a16="http://schemas.microsoft.com/office/drawing/2014/main" id="{1A7A2150-C250-CE83-91C1-D92490477C90}"/>
              </a:ext>
            </a:extLst>
          </p:cNvPr>
          <p:cNvSpPr>
            <a:spLocks noGrp="1"/>
          </p:cNvSpPr>
          <p:nvPr>
            <p:ph type="body" sz="quarter" idx="16" hasCustomPrompt="1"/>
          </p:nvPr>
        </p:nvSpPr>
        <p:spPr>
          <a:xfrm>
            <a:off x="304800" y="3721100"/>
            <a:ext cx="3429000" cy="2263775"/>
          </a:xfrm>
        </p:spPr>
        <p:txBody>
          <a:bodyPr anchor="ctr"/>
          <a:lstStyle>
            <a:lvl1pPr marL="9525" indent="0">
              <a:buNone/>
              <a:defRPr>
                <a:solidFill>
                  <a:schemeClr val="tx1"/>
                </a:solidFill>
              </a:defRPr>
            </a:lvl1pPr>
          </a:lstStyle>
          <a:p>
            <a:pPr lvl="0"/>
            <a:r>
              <a:rPr lang="en-GB"/>
              <a:t>Click to add caption</a:t>
            </a:r>
          </a:p>
        </p:txBody>
      </p:sp>
      <p:sp>
        <p:nvSpPr>
          <p:cNvPr id="10" name="Text Placeholder 8">
            <a:extLst>
              <a:ext uri="{FF2B5EF4-FFF2-40B4-BE49-F238E27FC236}">
                <a16:creationId xmlns:a16="http://schemas.microsoft.com/office/drawing/2014/main" id="{6A3B713F-E701-D6A1-8E72-915E63655B5D}"/>
              </a:ext>
            </a:extLst>
          </p:cNvPr>
          <p:cNvSpPr>
            <a:spLocks noGrp="1"/>
          </p:cNvSpPr>
          <p:nvPr>
            <p:ph type="body" sz="quarter" idx="17" hasCustomPrompt="1"/>
          </p:nvPr>
        </p:nvSpPr>
        <p:spPr>
          <a:xfrm>
            <a:off x="8457406" y="3727450"/>
            <a:ext cx="3429000" cy="2257425"/>
          </a:xfrm>
        </p:spPr>
        <p:txBody>
          <a:bodyPr anchor="ctr"/>
          <a:lstStyle>
            <a:lvl1pPr marL="9525" indent="0">
              <a:buNone/>
              <a:defRPr>
                <a:solidFill>
                  <a:schemeClr val="tx1"/>
                </a:solidFill>
              </a:defRPr>
            </a:lvl1pPr>
          </a:lstStyle>
          <a:p>
            <a:pPr lvl="0"/>
            <a:r>
              <a:rPr lang="en-GB"/>
              <a:t>Click to add caption</a:t>
            </a:r>
          </a:p>
        </p:txBody>
      </p:sp>
      <p:sp>
        <p:nvSpPr>
          <p:cNvPr id="11" name="Text Placeholder 8">
            <a:extLst>
              <a:ext uri="{FF2B5EF4-FFF2-40B4-BE49-F238E27FC236}">
                <a16:creationId xmlns:a16="http://schemas.microsoft.com/office/drawing/2014/main" id="{2F0D6170-BC29-7A3F-CF6A-44083A5C021F}"/>
              </a:ext>
            </a:extLst>
          </p:cNvPr>
          <p:cNvSpPr>
            <a:spLocks noGrp="1"/>
          </p:cNvSpPr>
          <p:nvPr>
            <p:ph type="body" sz="quarter" idx="18" hasCustomPrompt="1"/>
          </p:nvPr>
        </p:nvSpPr>
        <p:spPr>
          <a:xfrm>
            <a:off x="4392314" y="489838"/>
            <a:ext cx="3429000" cy="2273300"/>
          </a:xfrm>
        </p:spPr>
        <p:txBody>
          <a:bodyPr anchor="ctr"/>
          <a:lstStyle>
            <a:lvl1pPr marL="9525" indent="0">
              <a:buNone/>
              <a:defRPr>
                <a:solidFill>
                  <a:schemeClr val="tx1"/>
                </a:solidFill>
              </a:defRPr>
            </a:lvl1pPr>
          </a:lstStyle>
          <a:p>
            <a:pPr lvl="0"/>
            <a:r>
              <a:rPr lang="en-GB"/>
              <a:t>Click to add caption</a:t>
            </a:r>
          </a:p>
        </p:txBody>
      </p:sp>
      <p:sp>
        <p:nvSpPr>
          <p:cNvPr id="2" name="Rectangle 1">
            <a:extLst>
              <a:ext uri="{FF2B5EF4-FFF2-40B4-BE49-F238E27FC236}">
                <a16:creationId xmlns:a16="http://schemas.microsoft.com/office/drawing/2014/main" id="{8770D245-3F42-680B-A43E-8176BB0F0345}"/>
              </a:ext>
            </a:extLst>
          </p:cNvPr>
          <p:cNvSpPr/>
          <p:nvPr userDrawn="1"/>
        </p:nvSpPr>
        <p:spPr>
          <a:xfrm>
            <a:off x="-1893241" y="-17927"/>
            <a:ext cx="1742712" cy="6507627"/>
          </a:xfrm>
          <a:prstGeom prst="rect">
            <a:avLst/>
          </a:prstGeom>
          <a:solidFill>
            <a:srgbClr val="FFFCDB"/>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80000" tIns="180000" rIns="144000" rtlCol="0" anchor="t"/>
          <a:lstStyle/>
          <a:p>
            <a:pPr algn="l"/>
            <a:r>
              <a:rPr lang="en-GB" sz="1200" b="1">
                <a:solidFill>
                  <a:srgbClr val="1A1918"/>
                </a:solidFill>
              </a:rPr>
              <a:t>LAYOUT GUIDE</a:t>
            </a:r>
          </a:p>
          <a:p>
            <a:pPr algn="l"/>
            <a:endParaRPr lang="en-GB" sz="1200">
              <a:solidFill>
                <a:srgbClr val="1A1918"/>
              </a:solidFill>
            </a:endParaRPr>
          </a:p>
          <a:p>
            <a:pPr algn="l"/>
            <a:r>
              <a:rPr lang="en-GB" sz="1200">
                <a:solidFill>
                  <a:srgbClr val="1A1918"/>
                </a:solidFill>
              </a:rPr>
              <a:t>In editing mode, the pictures can appear as though they aren’t placed precisely.  It only appears that way when you are adding content, so don’t adjust your pictures. When in presentation mode, the pictures should appear correctly.</a:t>
            </a:r>
          </a:p>
          <a:p>
            <a:pPr algn="l"/>
            <a:endParaRPr lang="en-GB" sz="1200">
              <a:solidFill>
                <a:srgbClr val="1A1918"/>
              </a:solidFill>
            </a:endParaRPr>
          </a:p>
          <a:p>
            <a:pPr algn="l"/>
            <a:r>
              <a:rPr lang="en-GB" sz="1200">
                <a:solidFill>
                  <a:srgbClr val="1A1918"/>
                </a:solidFill>
              </a:rPr>
              <a:t>In this slide, you can choose to add captions or leave the caption boxes blank.  </a:t>
            </a:r>
          </a:p>
          <a:p>
            <a:pPr algn="l"/>
            <a:endParaRPr lang="en-GB" sz="1200">
              <a:solidFill>
                <a:srgbClr val="1A1918"/>
              </a:solidFill>
            </a:endParaRPr>
          </a:p>
          <a:p>
            <a:pPr algn="l"/>
            <a:r>
              <a:rPr lang="en-GB" sz="1200">
                <a:solidFill>
                  <a:srgbClr val="1A1918"/>
                </a:solidFill>
              </a:rPr>
              <a:t>Be sure to include three (3) images. If you have only 1 or 2 images, it is best to use a different slide layout. Choose one that is more appropriate.</a:t>
            </a:r>
          </a:p>
          <a:p>
            <a:pPr algn="l"/>
            <a:endParaRPr lang="en-GB" sz="1200">
              <a:solidFill>
                <a:schemeClr val="tx1"/>
              </a:solidFill>
            </a:endParaRPr>
          </a:p>
          <a:p>
            <a:pPr algn="l"/>
            <a:r>
              <a:rPr lang="en-GB" sz="1200">
                <a:solidFill>
                  <a:schemeClr val="accent5">
                    <a:lumMod val="40000"/>
                    <a:lumOff val="60000"/>
                  </a:schemeClr>
                </a:solidFill>
              </a:rPr>
              <a:t>--------------</a:t>
            </a:r>
          </a:p>
          <a:p>
            <a:pPr algn="l"/>
            <a:r>
              <a:rPr lang="en-GB" sz="1050" i="1">
                <a:solidFill>
                  <a:srgbClr val="767776"/>
                </a:solidFill>
              </a:rPr>
              <a:t>This info box will not appear when you present your slide.</a:t>
            </a:r>
          </a:p>
          <a:p>
            <a:pPr algn="l"/>
            <a:endParaRPr lang="en-GB" sz="1200">
              <a:solidFill>
                <a:schemeClr val="tx1"/>
              </a:solidFill>
            </a:endParaRPr>
          </a:p>
        </p:txBody>
      </p:sp>
      <p:sp>
        <p:nvSpPr>
          <p:cNvPr id="3" name="Picture Placeholder 13">
            <a:extLst>
              <a:ext uri="{FF2B5EF4-FFF2-40B4-BE49-F238E27FC236}">
                <a16:creationId xmlns:a16="http://schemas.microsoft.com/office/drawing/2014/main" id="{CC67E274-FB86-0A25-9742-F55895BA826C}"/>
              </a:ext>
            </a:extLst>
          </p:cNvPr>
          <p:cNvSpPr>
            <a:spLocks noGrp="1"/>
          </p:cNvSpPr>
          <p:nvPr>
            <p:ph type="pic" sz="quarter" idx="19"/>
          </p:nvPr>
        </p:nvSpPr>
        <p:spPr>
          <a:xfrm>
            <a:off x="8156730" y="-1629"/>
            <a:ext cx="4035270" cy="3238029"/>
          </a:xfrm>
        </p:spPr>
        <p:txBody>
          <a:bodyPr/>
          <a:lstStyle>
            <a:lvl1pPr marL="9525" indent="0" algn="ctr">
              <a:buNone/>
              <a:defRPr/>
            </a:lvl1pPr>
          </a:lstStyle>
          <a:p>
            <a:r>
              <a:rPr lang="en-US"/>
              <a:t>Click icon to add picture</a:t>
            </a:r>
            <a:endParaRPr lang="en-GB"/>
          </a:p>
        </p:txBody>
      </p:sp>
      <p:sp>
        <p:nvSpPr>
          <p:cNvPr id="12" name="Date Placeholder 11">
            <a:extLst>
              <a:ext uri="{FF2B5EF4-FFF2-40B4-BE49-F238E27FC236}">
                <a16:creationId xmlns:a16="http://schemas.microsoft.com/office/drawing/2014/main" id="{F7E65674-5A50-39EA-71D7-E3FD26295710}"/>
              </a:ext>
            </a:extLst>
          </p:cNvPr>
          <p:cNvSpPr>
            <a:spLocks noGrp="1"/>
          </p:cNvSpPr>
          <p:nvPr>
            <p:ph type="dt" sz="half" idx="20"/>
          </p:nvPr>
        </p:nvSpPr>
        <p:spPr/>
        <p:txBody>
          <a:bodyPr/>
          <a:lstStyle/>
          <a:p>
            <a:r>
              <a:rPr lang="en-SE"/>
              <a:t>2023-09-13</a:t>
            </a:r>
            <a:endParaRPr lang="en-GB"/>
          </a:p>
        </p:txBody>
      </p:sp>
      <p:sp>
        <p:nvSpPr>
          <p:cNvPr id="13" name="Footer Placeholder 12">
            <a:extLst>
              <a:ext uri="{FF2B5EF4-FFF2-40B4-BE49-F238E27FC236}">
                <a16:creationId xmlns:a16="http://schemas.microsoft.com/office/drawing/2014/main" id="{B027A699-072B-5D4A-1D69-D9D202C921A4}"/>
              </a:ext>
            </a:extLst>
          </p:cNvPr>
          <p:cNvSpPr>
            <a:spLocks noGrp="1"/>
          </p:cNvSpPr>
          <p:nvPr>
            <p:ph type="ftr" sz="quarter" idx="21"/>
          </p:nvPr>
        </p:nvSpPr>
        <p:spPr/>
        <p:txBody>
          <a:bodyPr/>
          <a:lstStyle/>
          <a:p>
            <a:r>
              <a:rPr lang="en-GB"/>
              <a:t>[ramin.karim@ltu.se]</a:t>
            </a:r>
          </a:p>
        </p:txBody>
      </p:sp>
      <p:sp>
        <p:nvSpPr>
          <p:cNvPr id="14" name="Slide Number Placeholder 13">
            <a:extLst>
              <a:ext uri="{FF2B5EF4-FFF2-40B4-BE49-F238E27FC236}">
                <a16:creationId xmlns:a16="http://schemas.microsoft.com/office/drawing/2014/main" id="{34C0C586-2FD3-6695-27E5-C90A61567C8F}"/>
              </a:ext>
            </a:extLst>
          </p:cNvPr>
          <p:cNvSpPr>
            <a:spLocks noGrp="1"/>
          </p:cNvSpPr>
          <p:nvPr>
            <p:ph type="sldNum" sz="quarter" idx="22"/>
          </p:nvPr>
        </p:nvSpPr>
        <p:spPr/>
        <p:txBody>
          <a:bodyPr/>
          <a:lstStyle/>
          <a:p>
            <a:fld id="{B3284CE9-EFAB-9F4B-868A-1F02DB69B64D}" type="slidenum">
              <a:rPr lang="en-GB" smtClean="0"/>
              <a:pPr/>
              <a:t>‹#›</a:t>
            </a:fld>
            <a:endParaRPr lang="en-GB"/>
          </a:p>
        </p:txBody>
      </p:sp>
    </p:spTree>
    <p:extLst>
      <p:ext uri="{BB962C8B-B14F-4D97-AF65-F5344CB8AC3E}">
        <p14:creationId xmlns:p14="http://schemas.microsoft.com/office/powerpoint/2010/main" val="14699039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andscape image, title, caption">
    <p:spTree>
      <p:nvGrpSpPr>
        <p:cNvPr id="1" name=""/>
        <p:cNvGrpSpPr/>
        <p:nvPr/>
      </p:nvGrpSpPr>
      <p:grpSpPr>
        <a:xfrm>
          <a:off x="0" y="0"/>
          <a:ext cx="0" cy="0"/>
          <a:chOff x="0" y="0"/>
          <a:chExt cx="0" cy="0"/>
        </a:xfrm>
      </p:grpSpPr>
      <p:sp>
        <p:nvSpPr>
          <p:cNvPr id="6" name="Triangle 5">
            <a:extLst>
              <a:ext uri="{FF2B5EF4-FFF2-40B4-BE49-F238E27FC236}">
                <a16:creationId xmlns:a16="http://schemas.microsoft.com/office/drawing/2014/main" id="{EDC78CFC-CD70-E804-BB45-675971F11D39}"/>
              </a:ext>
            </a:extLst>
          </p:cNvPr>
          <p:cNvSpPr/>
          <p:nvPr/>
        </p:nvSpPr>
        <p:spPr>
          <a:xfrm rot="5400000">
            <a:off x="-904407" y="3937395"/>
            <a:ext cx="3466456" cy="1674965"/>
          </a:xfrm>
          <a:prstGeom prst="triangle">
            <a:avLst>
              <a:gd name="adj" fmla="val 49007"/>
            </a:avLst>
          </a:prstGeom>
          <a:solidFill>
            <a:srgbClr val="0730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1200"/>
              </a:spcBef>
            </a:pPr>
            <a:endParaRPr lang="en-GB">
              <a:solidFill>
                <a:schemeClr val="tx1"/>
              </a:solidFill>
            </a:endParaRPr>
          </a:p>
        </p:txBody>
      </p:sp>
      <p:sp>
        <p:nvSpPr>
          <p:cNvPr id="2" name="Title 1">
            <a:extLst>
              <a:ext uri="{FF2B5EF4-FFF2-40B4-BE49-F238E27FC236}">
                <a16:creationId xmlns:a16="http://schemas.microsoft.com/office/drawing/2014/main" id="{CAF2ED04-E1F5-06BB-39B0-7260A5F363AB}"/>
              </a:ext>
            </a:extLst>
          </p:cNvPr>
          <p:cNvSpPr>
            <a:spLocks noGrp="1"/>
          </p:cNvSpPr>
          <p:nvPr>
            <p:ph type="title"/>
          </p:nvPr>
        </p:nvSpPr>
        <p:spPr>
          <a:xfrm>
            <a:off x="550864" y="3428998"/>
            <a:ext cx="4154951" cy="2808289"/>
          </a:xfrm>
        </p:spPr>
        <p:txBody>
          <a:bodyPr/>
          <a:lstStyle/>
          <a:p>
            <a:r>
              <a:rPr lang="en-US"/>
              <a:t>Click to edit Master title style</a:t>
            </a:r>
            <a:endParaRPr lang="en-GB"/>
          </a:p>
        </p:txBody>
      </p:sp>
      <p:sp>
        <p:nvSpPr>
          <p:cNvPr id="7" name="Picture Placeholder 5">
            <a:extLst>
              <a:ext uri="{FF2B5EF4-FFF2-40B4-BE49-F238E27FC236}">
                <a16:creationId xmlns:a16="http://schemas.microsoft.com/office/drawing/2014/main" id="{1AE545AD-7B81-261B-9960-D8D16AEC2741}"/>
              </a:ext>
            </a:extLst>
          </p:cNvPr>
          <p:cNvSpPr>
            <a:spLocks noGrp="1"/>
          </p:cNvSpPr>
          <p:nvPr>
            <p:ph type="pic" sz="quarter" idx="13"/>
          </p:nvPr>
        </p:nvSpPr>
        <p:spPr>
          <a:xfrm>
            <a:off x="0" y="0"/>
            <a:ext cx="12192000" cy="3041650"/>
          </a:xfrm>
        </p:spPr>
        <p:txBody>
          <a:bodyPr/>
          <a:lstStyle>
            <a:lvl1pPr marL="9525" indent="0" algn="ctr">
              <a:buNone/>
              <a:defRPr/>
            </a:lvl1pPr>
          </a:lstStyle>
          <a:p>
            <a:r>
              <a:rPr lang="en-US"/>
              <a:t>Click icon to add picture</a:t>
            </a:r>
            <a:endParaRPr lang="en-GB"/>
          </a:p>
        </p:txBody>
      </p:sp>
      <p:sp>
        <p:nvSpPr>
          <p:cNvPr id="8" name="Text Placeholder 8">
            <a:extLst>
              <a:ext uri="{FF2B5EF4-FFF2-40B4-BE49-F238E27FC236}">
                <a16:creationId xmlns:a16="http://schemas.microsoft.com/office/drawing/2014/main" id="{84F37C8A-BC83-A6DE-1924-F82829270B10}"/>
              </a:ext>
            </a:extLst>
          </p:cNvPr>
          <p:cNvSpPr>
            <a:spLocks noGrp="1"/>
          </p:cNvSpPr>
          <p:nvPr>
            <p:ph type="body" sz="quarter" idx="14" hasCustomPrompt="1"/>
          </p:nvPr>
        </p:nvSpPr>
        <p:spPr>
          <a:xfrm>
            <a:off x="5363737" y="3428998"/>
            <a:ext cx="6277399" cy="2808289"/>
          </a:xfrm>
        </p:spPr>
        <p:txBody>
          <a:bodyPr anchor="t"/>
          <a:lstStyle>
            <a:lvl1pPr marL="9525" indent="0">
              <a:buNone/>
              <a:defRPr/>
            </a:lvl1pPr>
          </a:lstStyle>
          <a:p>
            <a:pPr lvl="0"/>
            <a:r>
              <a:rPr lang="en-GB"/>
              <a:t>Click to add caption</a:t>
            </a:r>
          </a:p>
        </p:txBody>
      </p:sp>
      <p:sp>
        <p:nvSpPr>
          <p:cNvPr id="9" name="Date Placeholder 8">
            <a:extLst>
              <a:ext uri="{FF2B5EF4-FFF2-40B4-BE49-F238E27FC236}">
                <a16:creationId xmlns:a16="http://schemas.microsoft.com/office/drawing/2014/main" id="{B618CFDF-100C-360A-BF5A-F2DCBC091A1B}"/>
              </a:ext>
            </a:extLst>
          </p:cNvPr>
          <p:cNvSpPr>
            <a:spLocks noGrp="1"/>
          </p:cNvSpPr>
          <p:nvPr>
            <p:ph type="dt" sz="half" idx="15"/>
          </p:nvPr>
        </p:nvSpPr>
        <p:spPr/>
        <p:txBody>
          <a:bodyPr/>
          <a:lstStyle/>
          <a:p>
            <a:r>
              <a:rPr lang="en-SE"/>
              <a:t>2023-09-13</a:t>
            </a:r>
            <a:endParaRPr lang="en-GB"/>
          </a:p>
        </p:txBody>
      </p:sp>
      <p:sp>
        <p:nvSpPr>
          <p:cNvPr id="10" name="Footer Placeholder 9">
            <a:extLst>
              <a:ext uri="{FF2B5EF4-FFF2-40B4-BE49-F238E27FC236}">
                <a16:creationId xmlns:a16="http://schemas.microsoft.com/office/drawing/2014/main" id="{0277E4C1-AE49-31FF-3B58-5E86FF5A71FC}"/>
              </a:ext>
            </a:extLst>
          </p:cNvPr>
          <p:cNvSpPr>
            <a:spLocks noGrp="1"/>
          </p:cNvSpPr>
          <p:nvPr>
            <p:ph type="ftr" sz="quarter" idx="16"/>
          </p:nvPr>
        </p:nvSpPr>
        <p:spPr/>
        <p:txBody>
          <a:bodyPr/>
          <a:lstStyle/>
          <a:p>
            <a:r>
              <a:rPr lang="en-GB"/>
              <a:t>[ramin.karim@ltu.se]</a:t>
            </a:r>
          </a:p>
        </p:txBody>
      </p:sp>
      <p:sp>
        <p:nvSpPr>
          <p:cNvPr id="11" name="Slide Number Placeholder 10">
            <a:extLst>
              <a:ext uri="{FF2B5EF4-FFF2-40B4-BE49-F238E27FC236}">
                <a16:creationId xmlns:a16="http://schemas.microsoft.com/office/drawing/2014/main" id="{7A6C9A32-AD9D-F769-6831-DE60979F32BF}"/>
              </a:ext>
            </a:extLst>
          </p:cNvPr>
          <p:cNvSpPr>
            <a:spLocks noGrp="1"/>
          </p:cNvSpPr>
          <p:nvPr>
            <p:ph type="sldNum" sz="quarter" idx="17"/>
          </p:nvPr>
        </p:nvSpPr>
        <p:spPr/>
        <p:txBody>
          <a:bodyPr/>
          <a:lstStyle/>
          <a:p>
            <a:fld id="{B3284CE9-EFAB-9F4B-868A-1F02DB69B64D}" type="slidenum">
              <a:rPr lang="en-GB" smtClean="0"/>
              <a:pPr/>
              <a:t>‹#›</a:t>
            </a:fld>
            <a:endParaRPr lang="en-GB"/>
          </a:p>
        </p:txBody>
      </p:sp>
    </p:spTree>
    <p:extLst>
      <p:ext uri="{BB962C8B-B14F-4D97-AF65-F5344CB8AC3E}">
        <p14:creationId xmlns:p14="http://schemas.microsoft.com/office/powerpoint/2010/main" val="11736773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 images">
    <p:spTree>
      <p:nvGrpSpPr>
        <p:cNvPr id="1" name=""/>
        <p:cNvGrpSpPr/>
        <p:nvPr/>
      </p:nvGrpSpPr>
      <p:grpSpPr>
        <a:xfrm>
          <a:off x="0" y="0"/>
          <a:ext cx="0" cy="0"/>
          <a:chOff x="0" y="0"/>
          <a:chExt cx="0" cy="0"/>
        </a:xfrm>
      </p:grpSpPr>
      <p:sp>
        <p:nvSpPr>
          <p:cNvPr id="7" name="Picture Placeholder 5">
            <a:extLst>
              <a:ext uri="{FF2B5EF4-FFF2-40B4-BE49-F238E27FC236}">
                <a16:creationId xmlns:a16="http://schemas.microsoft.com/office/drawing/2014/main" id="{1AE545AD-7B81-261B-9960-D8D16AEC2741}"/>
              </a:ext>
            </a:extLst>
          </p:cNvPr>
          <p:cNvSpPr>
            <a:spLocks noGrp="1"/>
          </p:cNvSpPr>
          <p:nvPr>
            <p:ph type="pic" sz="quarter" idx="13"/>
          </p:nvPr>
        </p:nvSpPr>
        <p:spPr>
          <a:xfrm>
            <a:off x="4069890" y="-3555"/>
            <a:ext cx="4078800" cy="6530400"/>
          </a:xfrm>
        </p:spPr>
        <p:txBody>
          <a:bodyPr/>
          <a:lstStyle>
            <a:lvl1pPr marL="9525" indent="0" algn="ctr">
              <a:buNone/>
              <a:defRPr/>
            </a:lvl1pPr>
          </a:lstStyle>
          <a:p>
            <a:r>
              <a:rPr lang="en-US"/>
              <a:t>Click icon to add picture</a:t>
            </a:r>
            <a:endParaRPr lang="en-GB"/>
          </a:p>
        </p:txBody>
      </p:sp>
      <p:sp>
        <p:nvSpPr>
          <p:cNvPr id="14" name="Picture Placeholder 3">
            <a:extLst>
              <a:ext uri="{FF2B5EF4-FFF2-40B4-BE49-F238E27FC236}">
                <a16:creationId xmlns:a16="http://schemas.microsoft.com/office/drawing/2014/main" id="{6110DA3B-950E-B1EA-3BCA-938BCF905926}"/>
              </a:ext>
            </a:extLst>
          </p:cNvPr>
          <p:cNvSpPr>
            <a:spLocks noGrp="1"/>
          </p:cNvSpPr>
          <p:nvPr>
            <p:ph type="pic" sz="quarter" idx="16"/>
          </p:nvPr>
        </p:nvSpPr>
        <p:spPr>
          <a:xfrm>
            <a:off x="-4248" y="-3555"/>
            <a:ext cx="4078800" cy="6530400"/>
          </a:xfrm>
        </p:spPr>
        <p:txBody>
          <a:bodyPr/>
          <a:lstStyle>
            <a:lvl1pPr marL="12700" indent="0" algn="ctr">
              <a:buNone/>
              <a:defRPr/>
            </a:lvl1pPr>
          </a:lstStyle>
          <a:p>
            <a:r>
              <a:rPr lang="en-US"/>
              <a:t>Click icon to add picture</a:t>
            </a:r>
            <a:endParaRPr lang="en-GB"/>
          </a:p>
        </p:txBody>
      </p:sp>
      <p:sp>
        <p:nvSpPr>
          <p:cNvPr id="15" name="Picture Placeholder 3">
            <a:extLst>
              <a:ext uri="{FF2B5EF4-FFF2-40B4-BE49-F238E27FC236}">
                <a16:creationId xmlns:a16="http://schemas.microsoft.com/office/drawing/2014/main" id="{D4CCAECF-D08B-80F0-57DB-6487FD670ADA}"/>
              </a:ext>
            </a:extLst>
          </p:cNvPr>
          <p:cNvSpPr>
            <a:spLocks noGrp="1"/>
          </p:cNvSpPr>
          <p:nvPr>
            <p:ph type="pic" sz="quarter" idx="17"/>
          </p:nvPr>
        </p:nvSpPr>
        <p:spPr>
          <a:xfrm>
            <a:off x="8134574" y="-3555"/>
            <a:ext cx="4078800" cy="6530400"/>
          </a:xfrm>
        </p:spPr>
        <p:txBody>
          <a:bodyPr/>
          <a:lstStyle>
            <a:lvl1pPr marL="12700" indent="0" algn="ctr">
              <a:buNone/>
              <a:defRPr/>
            </a:lvl1pPr>
          </a:lstStyle>
          <a:p>
            <a:r>
              <a:rPr lang="en-US"/>
              <a:t>Click icon to add picture</a:t>
            </a:r>
            <a:endParaRPr lang="en-GB"/>
          </a:p>
        </p:txBody>
      </p:sp>
      <p:sp>
        <p:nvSpPr>
          <p:cNvPr id="5" name="Date Placeholder 4">
            <a:extLst>
              <a:ext uri="{FF2B5EF4-FFF2-40B4-BE49-F238E27FC236}">
                <a16:creationId xmlns:a16="http://schemas.microsoft.com/office/drawing/2014/main" id="{D4C93F59-B60F-D0E3-FCBD-F2307DD34E5C}"/>
              </a:ext>
            </a:extLst>
          </p:cNvPr>
          <p:cNvSpPr>
            <a:spLocks noGrp="1"/>
          </p:cNvSpPr>
          <p:nvPr>
            <p:ph type="dt" sz="half" idx="18"/>
          </p:nvPr>
        </p:nvSpPr>
        <p:spPr/>
        <p:txBody>
          <a:bodyPr/>
          <a:lstStyle/>
          <a:p>
            <a:r>
              <a:rPr lang="en-SE"/>
              <a:t>2023-09-13</a:t>
            </a:r>
            <a:endParaRPr lang="en-GB"/>
          </a:p>
        </p:txBody>
      </p:sp>
      <p:sp>
        <p:nvSpPr>
          <p:cNvPr id="6" name="Footer Placeholder 5">
            <a:extLst>
              <a:ext uri="{FF2B5EF4-FFF2-40B4-BE49-F238E27FC236}">
                <a16:creationId xmlns:a16="http://schemas.microsoft.com/office/drawing/2014/main" id="{89A19A58-CD87-7B38-0976-2A96CAE90C2A}"/>
              </a:ext>
            </a:extLst>
          </p:cNvPr>
          <p:cNvSpPr>
            <a:spLocks noGrp="1"/>
          </p:cNvSpPr>
          <p:nvPr>
            <p:ph type="ftr" sz="quarter" idx="19"/>
          </p:nvPr>
        </p:nvSpPr>
        <p:spPr/>
        <p:txBody>
          <a:bodyPr/>
          <a:lstStyle/>
          <a:p>
            <a:r>
              <a:rPr lang="en-GB"/>
              <a:t>[ramin.karim@ltu.se]</a:t>
            </a:r>
          </a:p>
        </p:txBody>
      </p:sp>
      <p:sp>
        <p:nvSpPr>
          <p:cNvPr id="8" name="Slide Number Placeholder 7">
            <a:extLst>
              <a:ext uri="{FF2B5EF4-FFF2-40B4-BE49-F238E27FC236}">
                <a16:creationId xmlns:a16="http://schemas.microsoft.com/office/drawing/2014/main" id="{ED569BA2-1B7B-D855-978F-589CB7451A40}"/>
              </a:ext>
            </a:extLst>
          </p:cNvPr>
          <p:cNvSpPr>
            <a:spLocks noGrp="1"/>
          </p:cNvSpPr>
          <p:nvPr>
            <p:ph type="sldNum" sz="quarter" idx="20"/>
          </p:nvPr>
        </p:nvSpPr>
        <p:spPr/>
        <p:txBody>
          <a:bodyPr/>
          <a:lstStyle/>
          <a:p>
            <a:fld id="{B3284CE9-EFAB-9F4B-868A-1F02DB69B64D}" type="slidenum">
              <a:rPr lang="en-GB" smtClean="0"/>
              <a:pPr/>
              <a:t>‹#›</a:t>
            </a:fld>
            <a:endParaRPr lang="en-GB"/>
          </a:p>
        </p:txBody>
      </p:sp>
    </p:spTree>
    <p:extLst>
      <p:ext uri="{BB962C8B-B14F-4D97-AF65-F5344CB8AC3E}">
        <p14:creationId xmlns:p14="http://schemas.microsoft.com/office/powerpoint/2010/main" val="29873557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aption witith 4 point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5AECE1C-D411-6E74-937B-3932386CF1D0}"/>
              </a:ext>
            </a:extLst>
          </p:cNvPr>
          <p:cNvSpPr/>
          <p:nvPr/>
        </p:nvSpPr>
        <p:spPr>
          <a:xfrm>
            <a:off x="0" y="0"/>
            <a:ext cx="3382596" cy="6519600"/>
          </a:xfrm>
          <a:prstGeom prst="rect">
            <a:avLst/>
          </a:prstGeom>
          <a:solidFill>
            <a:srgbClr val="0730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46682CFB-8381-C815-04AB-EEE4A55C7ABF}"/>
              </a:ext>
            </a:extLst>
          </p:cNvPr>
          <p:cNvSpPr>
            <a:spLocks noGrp="1"/>
          </p:cNvSpPr>
          <p:nvPr>
            <p:ph type="title" hasCustomPrompt="1"/>
          </p:nvPr>
        </p:nvSpPr>
        <p:spPr>
          <a:xfrm>
            <a:off x="280803" y="1196975"/>
            <a:ext cx="2820203" cy="3904413"/>
          </a:xfrm>
        </p:spPr>
        <p:txBody>
          <a:bodyPr/>
          <a:lstStyle>
            <a:lvl1pPr>
              <a:defRPr b="1"/>
            </a:lvl1pPr>
          </a:lstStyle>
          <a:p>
            <a:r>
              <a:rPr lang="en-GB"/>
              <a:t>Click to add caption</a:t>
            </a:r>
          </a:p>
        </p:txBody>
      </p:sp>
      <p:sp>
        <p:nvSpPr>
          <p:cNvPr id="28" name="Rectangle 27">
            <a:extLst>
              <a:ext uri="{FF2B5EF4-FFF2-40B4-BE49-F238E27FC236}">
                <a16:creationId xmlns:a16="http://schemas.microsoft.com/office/drawing/2014/main" id="{43E6B036-4655-0FEE-85B3-31335215EA39}"/>
              </a:ext>
            </a:extLst>
          </p:cNvPr>
          <p:cNvSpPr/>
          <p:nvPr userDrawn="1"/>
        </p:nvSpPr>
        <p:spPr>
          <a:xfrm>
            <a:off x="4549236" y="1091391"/>
            <a:ext cx="2991600" cy="2068921"/>
          </a:xfrm>
          <a:prstGeom prst="rect">
            <a:avLst/>
          </a:prstGeom>
          <a:solidFill>
            <a:srgbClr val="88A5BD"/>
          </a:solidFill>
          <a:ln w="19050" cap="flat" cmpd="sng" algn="ctr">
            <a:solidFill>
              <a:schemeClr val="tx1"/>
            </a:solid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endParaRPr kumimoji="0" lang="sv-SE" sz="1800" u="none" strike="noStrike" kern="0" cap="none" spc="0" normalizeH="0" baseline="0" noProof="0">
              <a:ln>
                <a:noFill/>
              </a:ln>
              <a:solidFill>
                <a:srgbClr val="FFFFFF"/>
              </a:solidFill>
              <a:effectLst/>
              <a:uLnTx/>
              <a:uFillTx/>
              <a:latin typeface="Helvetica Neue Light" panose="02000403000000020004" pitchFamily="2" charset="0"/>
              <a:ea typeface="Helvetica Neue Light" panose="02000403000000020004" pitchFamily="2" charset="0"/>
            </a:endParaRPr>
          </a:p>
        </p:txBody>
      </p:sp>
      <p:sp>
        <p:nvSpPr>
          <p:cNvPr id="42" name="Rectangle 41">
            <a:extLst>
              <a:ext uri="{FF2B5EF4-FFF2-40B4-BE49-F238E27FC236}">
                <a16:creationId xmlns:a16="http://schemas.microsoft.com/office/drawing/2014/main" id="{7A36EA57-3A07-C1CA-EEE8-C11008E9D8DA}"/>
              </a:ext>
            </a:extLst>
          </p:cNvPr>
          <p:cNvSpPr/>
          <p:nvPr userDrawn="1"/>
        </p:nvSpPr>
        <p:spPr>
          <a:xfrm>
            <a:off x="7817598" y="1091392"/>
            <a:ext cx="2991600" cy="2068920"/>
          </a:xfrm>
          <a:prstGeom prst="rect">
            <a:avLst/>
          </a:prstGeom>
          <a:solidFill>
            <a:srgbClr val="476A89"/>
          </a:solidFill>
          <a:ln w="19050" cap="flat" cmpd="sng" algn="ctr">
            <a:solidFill>
              <a:schemeClr val="tx1"/>
            </a:solid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endParaRPr kumimoji="0" lang="sv-SE" sz="1800" u="none" strike="noStrike" kern="0" cap="none" spc="0" normalizeH="0" baseline="0" noProof="0">
              <a:ln>
                <a:noFill/>
              </a:ln>
              <a:solidFill>
                <a:srgbClr val="FFFFFF"/>
              </a:solidFill>
              <a:effectLst/>
              <a:uLnTx/>
              <a:uFillTx/>
              <a:latin typeface="Helvetica Neue Light" panose="02000403000000020004" pitchFamily="2" charset="0"/>
              <a:ea typeface="Helvetica Neue Light" panose="02000403000000020004" pitchFamily="2" charset="0"/>
            </a:endParaRPr>
          </a:p>
        </p:txBody>
      </p:sp>
      <p:sp>
        <p:nvSpPr>
          <p:cNvPr id="29" name="Rectangle 28">
            <a:extLst>
              <a:ext uri="{FF2B5EF4-FFF2-40B4-BE49-F238E27FC236}">
                <a16:creationId xmlns:a16="http://schemas.microsoft.com/office/drawing/2014/main" id="{E92E6DD9-6111-4BF6-2F72-6F2EFC9F1C1C}"/>
              </a:ext>
            </a:extLst>
          </p:cNvPr>
          <p:cNvSpPr/>
          <p:nvPr userDrawn="1"/>
        </p:nvSpPr>
        <p:spPr>
          <a:xfrm>
            <a:off x="4549235" y="3449177"/>
            <a:ext cx="2991600" cy="2068921"/>
          </a:xfrm>
          <a:prstGeom prst="rect">
            <a:avLst/>
          </a:prstGeom>
          <a:solidFill>
            <a:srgbClr val="476A89"/>
          </a:solidFill>
          <a:ln w="19050" cap="flat" cmpd="sng" algn="ctr">
            <a:solidFill>
              <a:schemeClr val="tx1"/>
            </a:solid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endParaRPr kumimoji="0" lang="sv-SE" sz="1800" u="none" strike="noStrike" kern="0" cap="none" spc="0" normalizeH="0" baseline="0" noProof="0">
              <a:ln>
                <a:noFill/>
              </a:ln>
              <a:solidFill>
                <a:srgbClr val="FFFFFF"/>
              </a:solidFill>
              <a:effectLst/>
              <a:uLnTx/>
              <a:uFillTx/>
              <a:latin typeface="Helvetica Neue Light" panose="02000403000000020004" pitchFamily="2" charset="0"/>
              <a:ea typeface="Helvetica Neue Light" panose="02000403000000020004" pitchFamily="2" charset="0"/>
            </a:endParaRPr>
          </a:p>
        </p:txBody>
      </p:sp>
      <p:sp>
        <p:nvSpPr>
          <p:cNvPr id="43" name="Rectangle 42">
            <a:extLst>
              <a:ext uri="{FF2B5EF4-FFF2-40B4-BE49-F238E27FC236}">
                <a16:creationId xmlns:a16="http://schemas.microsoft.com/office/drawing/2014/main" id="{A346ED70-AFD8-1768-27C0-6CD661BF023B}"/>
              </a:ext>
            </a:extLst>
          </p:cNvPr>
          <p:cNvSpPr/>
          <p:nvPr userDrawn="1"/>
        </p:nvSpPr>
        <p:spPr>
          <a:xfrm>
            <a:off x="7800881" y="3449178"/>
            <a:ext cx="2991600" cy="2068920"/>
          </a:xfrm>
          <a:prstGeom prst="rect">
            <a:avLst/>
          </a:prstGeom>
          <a:solidFill>
            <a:srgbClr val="88A5BD"/>
          </a:solidFill>
          <a:ln w="19050" cap="flat" cmpd="sng" algn="ctr">
            <a:solidFill>
              <a:schemeClr val="tx1"/>
            </a:solid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endParaRPr kumimoji="0" lang="sv-SE" sz="1800" u="none" strike="noStrike" kern="0" cap="none" spc="0" normalizeH="0" baseline="0" noProof="0">
              <a:ln>
                <a:noFill/>
              </a:ln>
              <a:solidFill>
                <a:srgbClr val="FFFFFF"/>
              </a:solidFill>
              <a:effectLst/>
              <a:uLnTx/>
              <a:uFillTx/>
              <a:latin typeface="Helvetica Neue Light" panose="02000403000000020004" pitchFamily="2" charset="0"/>
              <a:ea typeface="Helvetica Neue Light" panose="02000403000000020004" pitchFamily="2" charset="0"/>
            </a:endParaRPr>
          </a:p>
        </p:txBody>
      </p:sp>
      <p:sp>
        <p:nvSpPr>
          <p:cNvPr id="32" name="Text Placeholder 22">
            <a:extLst>
              <a:ext uri="{FF2B5EF4-FFF2-40B4-BE49-F238E27FC236}">
                <a16:creationId xmlns:a16="http://schemas.microsoft.com/office/drawing/2014/main" id="{C88D7A24-AE17-A08C-E87F-7AEB6EAACF99}"/>
              </a:ext>
            </a:extLst>
          </p:cNvPr>
          <p:cNvSpPr>
            <a:spLocks noGrp="1"/>
          </p:cNvSpPr>
          <p:nvPr>
            <p:ph type="body" sz="quarter" idx="14"/>
          </p:nvPr>
        </p:nvSpPr>
        <p:spPr>
          <a:xfrm>
            <a:off x="4653888" y="1240628"/>
            <a:ext cx="2756846" cy="1740315"/>
          </a:xfrm>
        </p:spPr>
        <p:txBody>
          <a:bodyPr lIns="180000" anchor="ctr">
            <a:normAutofit/>
          </a:bodyPr>
          <a:lstStyle>
            <a:lvl1pPr marL="0" indent="0" algn="l">
              <a:buNone/>
              <a:defRPr sz="2000">
                <a:solidFill>
                  <a:schemeClr val="tx1"/>
                </a:solidFill>
              </a:defRPr>
            </a:lvl1pPr>
          </a:lstStyle>
          <a:p>
            <a:pPr lvl="0"/>
            <a:r>
              <a:rPr lang="en-US"/>
              <a:t>Click to edit Master text styles</a:t>
            </a:r>
          </a:p>
        </p:txBody>
      </p:sp>
      <p:sp>
        <p:nvSpPr>
          <p:cNvPr id="33" name="Text Placeholder 22">
            <a:extLst>
              <a:ext uri="{FF2B5EF4-FFF2-40B4-BE49-F238E27FC236}">
                <a16:creationId xmlns:a16="http://schemas.microsoft.com/office/drawing/2014/main" id="{A54C96CC-E3CA-763C-6B6D-E5825CF6B33E}"/>
              </a:ext>
            </a:extLst>
          </p:cNvPr>
          <p:cNvSpPr>
            <a:spLocks noGrp="1"/>
          </p:cNvSpPr>
          <p:nvPr>
            <p:ph type="body" sz="quarter" idx="15"/>
          </p:nvPr>
        </p:nvSpPr>
        <p:spPr>
          <a:xfrm>
            <a:off x="7934975" y="1230810"/>
            <a:ext cx="2756846" cy="1750133"/>
          </a:xfrm>
        </p:spPr>
        <p:txBody>
          <a:bodyPr lIns="180000" anchor="ctr">
            <a:normAutofit/>
          </a:bodyPr>
          <a:lstStyle>
            <a:lvl1pPr marL="0" indent="0" algn="l">
              <a:buNone/>
              <a:defRPr sz="2000">
                <a:solidFill>
                  <a:schemeClr val="tx1"/>
                </a:solidFill>
              </a:defRPr>
            </a:lvl1pPr>
          </a:lstStyle>
          <a:p>
            <a:pPr lvl="0"/>
            <a:r>
              <a:rPr lang="en-US"/>
              <a:t>Click to edit Master text styles</a:t>
            </a:r>
          </a:p>
        </p:txBody>
      </p:sp>
      <p:sp>
        <p:nvSpPr>
          <p:cNvPr id="34" name="Text Placeholder 22">
            <a:extLst>
              <a:ext uri="{FF2B5EF4-FFF2-40B4-BE49-F238E27FC236}">
                <a16:creationId xmlns:a16="http://schemas.microsoft.com/office/drawing/2014/main" id="{2E0F23E1-3B4B-E0CD-82FF-5435DE7D994B}"/>
              </a:ext>
            </a:extLst>
          </p:cNvPr>
          <p:cNvSpPr>
            <a:spLocks noGrp="1"/>
          </p:cNvSpPr>
          <p:nvPr>
            <p:ph type="body" sz="quarter" idx="16"/>
          </p:nvPr>
        </p:nvSpPr>
        <p:spPr>
          <a:xfrm>
            <a:off x="4653888" y="3595210"/>
            <a:ext cx="2756846" cy="1744885"/>
          </a:xfrm>
        </p:spPr>
        <p:txBody>
          <a:bodyPr lIns="180000" anchor="ctr">
            <a:normAutofit/>
          </a:bodyPr>
          <a:lstStyle>
            <a:lvl1pPr marL="0" indent="0" algn="l">
              <a:buNone/>
              <a:defRPr sz="2000">
                <a:solidFill>
                  <a:schemeClr val="tx1"/>
                </a:solidFill>
              </a:defRPr>
            </a:lvl1pPr>
          </a:lstStyle>
          <a:p>
            <a:pPr lvl="0"/>
            <a:r>
              <a:rPr lang="en-US"/>
              <a:t>Click to edit Master text styles</a:t>
            </a:r>
          </a:p>
        </p:txBody>
      </p:sp>
      <p:sp>
        <p:nvSpPr>
          <p:cNvPr id="35" name="Text Placeholder 22">
            <a:extLst>
              <a:ext uri="{FF2B5EF4-FFF2-40B4-BE49-F238E27FC236}">
                <a16:creationId xmlns:a16="http://schemas.microsoft.com/office/drawing/2014/main" id="{722AE1EA-A787-9823-7467-ECEBF12C30F8}"/>
              </a:ext>
            </a:extLst>
          </p:cNvPr>
          <p:cNvSpPr>
            <a:spLocks noGrp="1"/>
          </p:cNvSpPr>
          <p:nvPr>
            <p:ph type="body" sz="quarter" idx="19"/>
          </p:nvPr>
        </p:nvSpPr>
        <p:spPr>
          <a:xfrm>
            <a:off x="7934975" y="3610612"/>
            <a:ext cx="2756846" cy="1729483"/>
          </a:xfrm>
        </p:spPr>
        <p:txBody>
          <a:bodyPr lIns="180000" anchor="ctr">
            <a:normAutofit/>
          </a:bodyPr>
          <a:lstStyle>
            <a:lvl1pPr marL="0" indent="0" algn="l">
              <a:buNone/>
              <a:defRPr sz="2000">
                <a:solidFill>
                  <a:schemeClr val="tx1"/>
                </a:solidFill>
              </a:defRPr>
            </a:lvl1pPr>
          </a:lstStyle>
          <a:p>
            <a:pPr lvl="0"/>
            <a:r>
              <a:rPr lang="en-US"/>
              <a:t>Click to edit Master text styles</a:t>
            </a:r>
          </a:p>
        </p:txBody>
      </p:sp>
      <p:sp>
        <p:nvSpPr>
          <p:cNvPr id="44" name="Oval 43">
            <a:extLst>
              <a:ext uri="{FF2B5EF4-FFF2-40B4-BE49-F238E27FC236}">
                <a16:creationId xmlns:a16="http://schemas.microsoft.com/office/drawing/2014/main" id="{49796738-36BC-F7AE-29F1-DD341C3B42E8}"/>
              </a:ext>
            </a:extLst>
          </p:cNvPr>
          <p:cNvSpPr/>
          <p:nvPr userDrawn="1"/>
        </p:nvSpPr>
        <p:spPr>
          <a:xfrm>
            <a:off x="4330186" y="953925"/>
            <a:ext cx="491387" cy="491387"/>
          </a:xfrm>
          <a:prstGeom prst="ellipse">
            <a:avLst/>
          </a:prstGeom>
          <a:solidFill>
            <a:srgbClr val="E2EEF7"/>
          </a:solidFill>
          <a:ln w="19050" cap="flat" cmpd="sng" algn="ctr">
            <a:no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r>
              <a:rPr kumimoji="0" lang="sv-SE" sz="1800" u="none" strike="noStrike" kern="0" cap="none" spc="0" normalizeH="0" baseline="0" noProof="0">
                <a:ln>
                  <a:noFill/>
                </a:ln>
                <a:solidFill>
                  <a:schemeClr val="bg1"/>
                </a:solidFill>
                <a:effectLst/>
                <a:uLnTx/>
                <a:uFillTx/>
                <a:latin typeface="+mn-lt"/>
                <a:ea typeface="Helvetica Neue Light" panose="02000403000000020004" pitchFamily="2" charset="0"/>
              </a:rPr>
              <a:t>1</a:t>
            </a:r>
          </a:p>
        </p:txBody>
      </p:sp>
      <p:sp>
        <p:nvSpPr>
          <p:cNvPr id="45" name="Oval 44">
            <a:extLst>
              <a:ext uri="{FF2B5EF4-FFF2-40B4-BE49-F238E27FC236}">
                <a16:creationId xmlns:a16="http://schemas.microsoft.com/office/drawing/2014/main" id="{9C2FA399-69BD-B076-8F58-64D744C8C3BC}"/>
              </a:ext>
            </a:extLst>
          </p:cNvPr>
          <p:cNvSpPr/>
          <p:nvPr userDrawn="1"/>
        </p:nvSpPr>
        <p:spPr>
          <a:xfrm>
            <a:off x="7605792" y="961474"/>
            <a:ext cx="491387" cy="491387"/>
          </a:xfrm>
          <a:prstGeom prst="ellipse">
            <a:avLst/>
          </a:prstGeom>
          <a:solidFill>
            <a:srgbClr val="E2EEF7"/>
          </a:solidFill>
          <a:ln w="19050" cap="flat" cmpd="sng" algn="ctr">
            <a:no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r>
              <a:rPr kumimoji="0" lang="sv-SE" sz="1800" u="none" strike="noStrike" kern="0" cap="none" spc="0" normalizeH="0" baseline="0" noProof="0">
                <a:ln>
                  <a:noFill/>
                </a:ln>
                <a:solidFill>
                  <a:schemeClr val="bg1"/>
                </a:solidFill>
                <a:effectLst/>
                <a:uLnTx/>
                <a:uFillTx/>
                <a:latin typeface="+mn-lt"/>
                <a:ea typeface="Helvetica Neue Light" panose="02000403000000020004" pitchFamily="2" charset="0"/>
              </a:rPr>
              <a:t>2</a:t>
            </a:r>
          </a:p>
        </p:txBody>
      </p:sp>
      <p:sp>
        <p:nvSpPr>
          <p:cNvPr id="38" name="Oval 37">
            <a:extLst>
              <a:ext uri="{FF2B5EF4-FFF2-40B4-BE49-F238E27FC236}">
                <a16:creationId xmlns:a16="http://schemas.microsoft.com/office/drawing/2014/main" id="{F2BECDFE-2BC0-FBC9-9650-0766866959EE}"/>
              </a:ext>
            </a:extLst>
          </p:cNvPr>
          <p:cNvSpPr/>
          <p:nvPr userDrawn="1"/>
        </p:nvSpPr>
        <p:spPr>
          <a:xfrm>
            <a:off x="4324541" y="3306347"/>
            <a:ext cx="491387" cy="491387"/>
          </a:xfrm>
          <a:prstGeom prst="ellipse">
            <a:avLst/>
          </a:prstGeom>
          <a:solidFill>
            <a:srgbClr val="CFDBE4"/>
          </a:solidFill>
          <a:ln w="19050" cap="flat" cmpd="sng" algn="ctr">
            <a:no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r>
              <a:rPr kumimoji="0" lang="sv-SE" sz="1800" u="none" strike="noStrike" kern="0" cap="none" spc="0" normalizeH="0" baseline="0" noProof="0">
                <a:ln>
                  <a:noFill/>
                </a:ln>
                <a:solidFill>
                  <a:schemeClr val="bg1"/>
                </a:solidFill>
                <a:effectLst/>
                <a:uLnTx/>
                <a:uFillTx/>
                <a:latin typeface="+mn-lt"/>
                <a:ea typeface="Helvetica Neue Light" panose="02000403000000020004" pitchFamily="2" charset="0"/>
              </a:rPr>
              <a:t>3</a:t>
            </a:r>
          </a:p>
        </p:txBody>
      </p:sp>
      <p:sp>
        <p:nvSpPr>
          <p:cNvPr id="39" name="Oval 38">
            <a:extLst>
              <a:ext uri="{FF2B5EF4-FFF2-40B4-BE49-F238E27FC236}">
                <a16:creationId xmlns:a16="http://schemas.microsoft.com/office/drawing/2014/main" id="{0BBEF07B-4B98-EAF1-DDC9-461A9FD8F7D8}"/>
              </a:ext>
            </a:extLst>
          </p:cNvPr>
          <p:cNvSpPr/>
          <p:nvPr userDrawn="1"/>
        </p:nvSpPr>
        <p:spPr>
          <a:xfrm>
            <a:off x="7617091" y="3313896"/>
            <a:ext cx="491387" cy="491387"/>
          </a:xfrm>
          <a:prstGeom prst="ellipse">
            <a:avLst/>
          </a:prstGeom>
          <a:solidFill>
            <a:srgbClr val="CFDBE4"/>
          </a:solidFill>
          <a:ln w="19050" cap="flat" cmpd="sng" algn="ctr">
            <a:no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r>
              <a:rPr kumimoji="0" lang="sv-SE" sz="1800" u="none" strike="noStrike" kern="0" cap="none" spc="0" normalizeH="0" baseline="0" noProof="0">
                <a:ln>
                  <a:noFill/>
                </a:ln>
                <a:solidFill>
                  <a:schemeClr val="bg1"/>
                </a:solidFill>
                <a:effectLst/>
                <a:uLnTx/>
                <a:uFillTx/>
                <a:latin typeface="+mn-lt"/>
                <a:ea typeface="Helvetica Neue Light" panose="02000403000000020004" pitchFamily="2" charset="0"/>
              </a:rPr>
              <a:t>4</a:t>
            </a:r>
          </a:p>
        </p:txBody>
      </p:sp>
      <p:sp>
        <p:nvSpPr>
          <p:cNvPr id="7" name="Date Placeholder 6">
            <a:extLst>
              <a:ext uri="{FF2B5EF4-FFF2-40B4-BE49-F238E27FC236}">
                <a16:creationId xmlns:a16="http://schemas.microsoft.com/office/drawing/2014/main" id="{FF1BE7B8-3FA6-FF57-7435-FD5AC5667233}"/>
              </a:ext>
            </a:extLst>
          </p:cNvPr>
          <p:cNvSpPr>
            <a:spLocks noGrp="1"/>
          </p:cNvSpPr>
          <p:nvPr>
            <p:ph type="dt" sz="half" idx="20"/>
          </p:nvPr>
        </p:nvSpPr>
        <p:spPr/>
        <p:txBody>
          <a:bodyPr/>
          <a:lstStyle/>
          <a:p>
            <a:r>
              <a:rPr lang="en-SE"/>
              <a:t>2023-09-13</a:t>
            </a:r>
            <a:endParaRPr lang="en-GB"/>
          </a:p>
        </p:txBody>
      </p:sp>
      <p:sp>
        <p:nvSpPr>
          <p:cNvPr id="8" name="Footer Placeholder 7">
            <a:extLst>
              <a:ext uri="{FF2B5EF4-FFF2-40B4-BE49-F238E27FC236}">
                <a16:creationId xmlns:a16="http://schemas.microsoft.com/office/drawing/2014/main" id="{6F31B831-34BC-B6D5-A89A-DB37AD8430D3}"/>
              </a:ext>
            </a:extLst>
          </p:cNvPr>
          <p:cNvSpPr>
            <a:spLocks noGrp="1"/>
          </p:cNvSpPr>
          <p:nvPr>
            <p:ph type="ftr" sz="quarter" idx="21"/>
          </p:nvPr>
        </p:nvSpPr>
        <p:spPr/>
        <p:txBody>
          <a:bodyPr/>
          <a:lstStyle/>
          <a:p>
            <a:r>
              <a:rPr lang="en-GB"/>
              <a:t>[ramin.karim@ltu.se]</a:t>
            </a:r>
          </a:p>
        </p:txBody>
      </p:sp>
      <p:sp>
        <p:nvSpPr>
          <p:cNvPr id="9" name="Slide Number Placeholder 8">
            <a:extLst>
              <a:ext uri="{FF2B5EF4-FFF2-40B4-BE49-F238E27FC236}">
                <a16:creationId xmlns:a16="http://schemas.microsoft.com/office/drawing/2014/main" id="{0E6224D1-4788-EBC5-C867-F0A6628884B9}"/>
              </a:ext>
            </a:extLst>
          </p:cNvPr>
          <p:cNvSpPr>
            <a:spLocks noGrp="1"/>
          </p:cNvSpPr>
          <p:nvPr>
            <p:ph type="sldNum" sz="quarter" idx="22"/>
          </p:nvPr>
        </p:nvSpPr>
        <p:spPr/>
        <p:txBody>
          <a:bodyPr/>
          <a:lstStyle/>
          <a:p>
            <a:fld id="{B3284CE9-EFAB-9F4B-868A-1F02DB69B64D}" type="slidenum">
              <a:rPr lang="en-GB" smtClean="0"/>
              <a:pPr/>
              <a:t>‹#›</a:t>
            </a:fld>
            <a:endParaRPr lang="en-GB"/>
          </a:p>
        </p:txBody>
      </p:sp>
    </p:spTree>
    <p:extLst>
      <p:ext uri="{BB962C8B-B14F-4D97-AF65-F5344CB8AC3E}">
        <p14:creationId xmlns:p14="http://schemas.microsoft.com/office/powerpoint/2010/main" val="14271929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aption with 6 point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5AECE1C-D411-6E74-937B-3932386CF1D0}"/>
              </a:ext>
            </a:extLst>
          </p:cNvPr>
          <p:cNvSpPr/>
          <p:nvPr userDrawn="1"/>
        </p:nvSpPr>
        <p:spPr>
          <a:xfrm>
            <a:off x="0" y="0"/>
            <a:ext cx="3382596" cy="6519600"/>
          </a:xfrm>
          <a:prstGeom prst="rect">
            <a:avLst/>
          </a:prstGeom>
          <a:solidFill>
            <a:srgbClr val="0730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46682CFB-8381-C815-04AB-EEE4A55C7ABF}"/>
              </a:ext>
            </a:extLst>
          </p:cNvPr>
          <p:cNvSpPr>
            <a:spLocks noGrp="1"/>
          </p:cNvSpPr>
          <p:nvPr>
            <p:ph type="title" hasCustomPrompt="1"/>
          </p:nvPr>
        </p:nvSpPr>
        <p:spPr>
          <a:xfrm>
            <a:off x="280803" y="1196975"/>
            <a:ext cx="2820203" cy="3904413"/>
          </a:xfrm>
        </p:spPr>
        <p:txBody>
          <a:bodyPr/>
          <a:lstStyle>
            <a:lvl1pPr>
              <a:defRPr b="1"/>
            </a:lvl1pPr>
          </a:lstStyle>
          <a:p>
            <a:r>
              <a:rPr lang="en-GB"/>
              <a:t>Click to add caption</a:t>
            </a:r>
          </a:p>
        </p:txBody>
      </p:sp>
      <p:sp>
        <p:nvSpPr>
          <p:cNvPr id="19" name="Rectangle 18">
            <a:extLst>
              <a:ext uri="{FF2B5EF4-FFF2-40B4-BE49-F238E27FC236}">
                <a16:creationId xmlns:a16="http://schemas.microsoft.com/office/drawing/2014/main" id="{6D208B50-2B79-8C21-53DA-A1C2C543DEB9}"/>
              </a:ext>
            </a:extLst>
          </p:cNvPr>
          <p:cNvSpPr/>
          <p:nvPr/>
        </p:nvSpPr>
        <p:spPr>
          <a:xfrm>
            <a:off x="4549236" y="606471"/>
            <a:ext cx="2991600" cy="1666964"/>
          </a:xfrm>
          <a:prstGeom prst="rect">
            <a:avLst/>
          </a:prstGeom>
          <a:solidFill>
            <a:srgbClr val="88A5BD"/>
          </a:solidFill>
          <a:ln w="19050" cap="flat" cmpd="sng" algn="ctr">
            <a:solidFill>
              <a:srgbClr val="FFFFFF"/>
            </a:solid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endParaRPr kumimoji="0" lang="sv-SE" sz="1800" u="none" strike="noStrike" kern="0" cap="none" spc="0" normalizeH="0" baseline="0" noProof="0">
              <a:ln>
                <a:noFill/>
              </a:ln>
              <a:solidFill>
                <a:srgbClr val="FFFFFF"/>
              </a:solidFill>
              <a:effectLst/>
              <a:uLnTx/>
              <a:uFillTx/>
              <a:latin typeface="Helvetica Neue Light" panose="02000403000000020004" pitchFamily="2" charset="0"/>
              <a:ea typeface="Helvetica Neue Light" panose="02000403000000020004" pitchFamily="2" charset="0"/>
            </a:endParaRPr>
          </a:p>
        </p:txBody>
      </p:sp>
      <p:sp>
        <p:nvSpPr>
          <p:cNvPr id="20" name="Rectangle 19">
            <a:extLst>
              <a:ext uri="{FF2B5EF4-FFF2-40B4-BE49-F238E27FC236}">
                <a16:creationId xmlns:a16="http://schemas.microsoft.com/office/drawing/2014/main" id="{E651CDC4-8E6A-DB2D-DEA4-0EE8E128837C}"/>
              </a:ext>
            </a:extLst>
          </p:cNvPr>
          <p:cNvSpPr/>
          <p:nvPr/>
        </p:nvSpPr>
        <p:spPr>
          <a:xfrm>
            <a:off x="4549235" y="2520900"/>
            <a:ext cx="2991600" cy="1666964"/>
          </a:xfrm>
          <a:prstGeom prst="rect">
            <a:avLst/>
          </a:prstGeom>
          <a:solidFill>
            <a:srgbClr val="587D9B">
              <a:alpha val="80000"/>
            </a:srgbClr>
          </a:solidFill>
          <a:ln w="19050" cap="flat" cmpd="sng" algn="ctr">
            <a:solidFill>
              <a:srgbClr val="FFFFFF"/>
            </a:solid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endParaRPr kumimoji="0" lang="sv-SE" sz="1800" u="none" strike="noStrike" kern="0" cap="none" spc="0" normalizeH="0" baseline="0" noProof="0">
              <a:ln>
                <a:noFill/>
              </a:ln>
              <a:solidFill>
                <a:srgbClr val="FFFFFF"/>
              </a:solidFill>
              <a:effectLst/>
              <a:uLnTx/>
              <a:uFillTx/>
              <a:latin typeface="Helvetica Neue Light" panose="02000403000000020004" pitchFamily="2" charset="0"/>
              <a:ea typeface="Helvetica Neue Light" panose="02000403000000020004" pitchFamily="2" charset="0"/>
            </a:endParaRPr>
          </a:p>
        </p:txBody>
      </p:sp>
      <p:sp>
        <p:nvSpPr>
          <p:cNvPr id="21" name="Rectangle 20">
            <a:extLst>
              <a:ext uri="{FF2B5EF4-FFF2-40B4-BE49-F238E27FC236}">
                <a16:creationId xmlns:a16="http://schemas.microsoft.com/office/drawing/2014/main" id="{AC028CB6-B5A7-3361-2E91-5C67DEB799EE}"/>
              </a:ext>
            </a:extLst>
          </p:cNvPr>
          <p:cNvSpPr/>
          <p:nvPr/>
        </p:nvSpPr>
        <p:spPr>
          <a:xfrm>
            <a:off x="4549235" y="4435328"/>
            <a:ext cx="2991600" cy="1666964"/>
          </a:xfrm>
          <a:prstGeom prst="rect">
            <a:avLst/>
          </a:prstGeom>
          <a:solidFill>
            <a:srgbClr val="88A5BD"/>
          </a:solidFill>
          <a:ln w="19050" cap="flat" cmpd="sng" algn="ctr">
            <a:solidFill>
              <a:srgbClr val="FFFFFF"/>
            </a:solid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endParaRPr kumimoji="0" lang="sv-SE" sz="1800" u="none" strike="noStrike" kern="0" cap="none" spc="0" normalizeH="0" baseline="0" noProof="0">
              <a:ln>
                <a:noFill/>
              </a:ln>
              <a:solidFill>
                <a:srgbClr val="FFFFFF"/>
              </a:solidFill>
              <a:effectLst/>
              <a:uLnTx/>
              <a:uFillTx/>
              <a:latin typeface="Helvetica Neue Light" panose="02000403000000020004" pitchFamily="2" charset="0"/>
              <a:ea typeface="Helvetica Neue Light" panose="02000403000000020004" pitchFamily="2" charset="0"/>
            </a:endParaRPr>
          </a:p>
        </p:txBody>
      </p:sp>
      <p:sp>
        <p:nvSpPr>
          <p:cNvPr id="22" name="Rectangle 21">
            <a:extLst>
              <a:ext uri="{FF2B5EF4-FFF2-40B4-BE49-F238E27FC236}">
                <a16:creationId xmlns:a16="http://schemas.microsoft.com/office/drawing/2014/main" id="{44A95660-B1F4-6C84-69D4-981E9CECFAB7}"/>
              </a:ext>
            </a:extLst>
          </p:cNvPr>
          <p:cNvSpPr/>
          <p:nvPr/>
        </p:nvSpPr>
        <p:spPr>
          <a:xfrm>
            <a:off x="7817598" y="606471"/>
            <a:ext cx="2991600" cy="1666964"/>
          </a:xfrm>
          <a:prstGeom prst="rect">
            <a:avLst/>
          </a:prstGeom>
          <a:solidFill>
            <a:srgbClr val="587D9B">
              <a:alpha val="80000"/>
            </a:srgbClr>
          </a:solidFill>
          <a:ln w="19050" cap="flat" cmpd="sng" algn="ctr">
            <a:solidFill>
              <a:srgbClr val="FFFFFF"/>
            </a:solid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endParaRPr kumimoji="0" lang="sv-SE" sz="1800" u="none" strike="noStrike" kern="0" cap="none" spc="0" normalizeH="0" baseline="0" noProof="0">
              <a:ln>
                <a:noFill/>
              </a:ln>
              <a:solidFill>
                <a:srgbClr val="FFFFFF"/>
              </a:solidFill>
              <a:effectLst/>
              <a:uLnTx/>
              <a:uFillTx/>
              <a:latin typeface="Helvetica Neue Light" panose="02000403000000020004" pitchFamily="2" charset="0"/>
              <a:ea typeface="Helvetica Neue Light" panose="02000403000000020004" pitchFamily="2" charset="0"/>
            </a:endParaRPr>
          </a:p>
        </p:txBody>
      </p:sp>
      <p:sp>
        <p:nvSpPr>
          <p:cNvPr id="23" name="Rectangle 22">
            <a:extLst>
              <a:ext uri="{FF2B5EF4-FFF2-40B4-BE49-F238E27FC236}">
                <a16:creationId xmlns:a16="http://schemas.microsoft.com/office/drawing/2014/main" id="{8F4B6B96-864A-6FF4-022B-5DA76F25988C}"/>
              </a:ext>
            </a:extLst>
          </p:cNvPr>
          <p:cNvSpPr/>
          <p:nvPr/>
        </p:nvSpPr>
        <p:spPr>
          <a:xfrm>
            <a:off x="7800881" y="2520900"/>
            <a:ext cx="2991600" cy="1666964"/>
          </a:xfrm>
          <a:prstGeom prst="rect">
            <a:avLst/>
          </a:prstGeom>
          <a:solidFill>
            <a:srgbClr val="88A5BD"/>
          </a:solidFill>
          <a:ln w="19050" cap="flat" cmpd="sng" algn="ctr">
            <a:solidFill>
              <a:srgbClr val="FFFFFF"/>
            </a:solid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endParaRPr kumimoji="0" lang="sv-SE" sz="1800" u="none" strike="noStrike" kern="0" cap="none" spc="0" normalizeH="0" baseline="0" noProof="0">
              <a:ln>
                <a:noFill/>
              </a:ln>
              <a:solidFill>
                <a:srgbClr val="FFFFFF"/>
              </a:solidFill>
              <a:effectLst/>
              <a:uLnTx/>
              <a:uFillTx/>
              <a:latin typeface="Helvetica Neue Light" panose="02000403000000020004" pitchFamily="2" charset="0"/>
              <a:ea typeface="Helvetica Neue Light" panose="02000403000000020004" pitchFamily="2" charset="0"/>
            </a:endParaRPr>
          </a:p>
        </p:txBody>
      </p:sp>
      <p:sp>
        <p:nvSpPr>
          <p:cNvPr id="24" name="Rectangle 23">
            <a:extLst>
              <a:ext uri="{FF2B5EF4-FFF2-40B4-BE49-F238E27FC236}">
                <a16:creationId xmlns:a16="http://schemas.microsoft.com/office/drawing/2014/main" id="{74C57BC9-B922-0747-CEBD-68F471CA18F5}"/>
              </a:ext>
            </a:extLst>
          </p:cNvPr>
          <p:cNvSpPr/>
          <p:nvPr/>
        </p:nvSpPr>
        <p:spPr>
          <a:xfrm>
            <a:off x="7817598" y="4466130"/>
            <a:ext cx="2991600" cy="1666964"/>
          </a:xfrm>
          <a:prstGeom prst="rect">
            <a:avLst/>
          </a:prstGeom>
          <a:solidFill>
            <a:srgbClr val="587D9B">
              <a:alpha val="80000"/>
            </a:srgbClr>
          </a:solidFill>
          <a:ln w="19050" cap="flat" cmpd="sng" algn="ctr">
            <a:solidFill>
              <a:srgbClr val="FFFFFF"/>
            </a:solid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endParaRPr kumimoji="0" lang="sv-SE" sz="1800" u="none" strike="noStrike" kern="0" cap="none" spc="0" normalizeH="0" baseline="0" noProof="0">
              <a:ln>
                <a:noFill/>
              </a:ln>
              <a:solidFill>
                <a:srgbClr val="FFFFFF"/>
              </a:solidFill>
              <a:effectLst/>
              <a:uLnTx/>
              <a:uFillTx/>
              <a:latin typeface="Helvetica Neue Light" panose="02000403000000020004" pitchFamily="2" charset="0"/>
              <a:ea typeface="Helvetica Neue Light" panose="02000403000000020004" pitchFamily="2" charset="0"/>
            </a:endParaRPr>
          </a:p>
        </p:txBody>
      </p:sp>
      <p:sp>
        <p:nvSpPr>
          <p:cNvPr id="25" name="Text Placeholder 22">
            <a:extLst>
              <a:ext uri="{FF2B5EF4-FFF2-40B4-BE49-F238E27FC236}">
                <a16:creationId xmlns:a16="http://schemas.microsoft.com/office/drawing/2014/main" id="{2A33ADC4-A986-9FCF-D085-B902604C846A}"/>
              </a:ext>
            </a:extLst>
          </p:cNvPr>
          <p:cNvSpPr>
            <a:spLocks noGrp="1"/>
          </p:cNvSpPr>
          <p:nvPr>
            <p:ph type="body" sz="quarter" idx="14"/>
          </p:nvPr>
        </p:nvSpPr>
        <p:spPr>
          <a:xfrm>
            <a:off x="4653888" y="755708"/>
            <a:ext cx="2756846" cy="1374897"/>
          </a:xfrm>
          <a:noFill/>
        </p:spPr>
        <p:txBody>
          <a:bodyPr lIns="180000" anchor="ctr">
            <a:normAutofit/>
          </a:bodyPr>
          <a:lstStyle>
            <a:lvl1pPr marL="0" indent="0" algn="l">
              <a:buNone/>
              <a:defRPr sz="2000">
                <a:solidFill>
                  <a:schemeClr val="tx1"/>
                </a:solidFill>
              </a:defRPr>
            </a:lvl1pPr>
          </a:lstStyle>
          <a:p>
            <a:pPr lvl="0"/>
            <a:r>
              <a:rPr lang="en-US"/>
              <a:t>Click to edit Master text styles</a:t>
            </a:r>
          </a:p>
        </p:txBody>
      </p:sp>
      <p:sp>
        <p:nvSpPr>
          <p:cNvPr id="26" name="Text Placeholder 22">
            <a:extLst>
              <a:ext uri="{FF2B5EF4-FFF2-40B4-BE49-F238E27FC236}">
                <a16:creationId xmlns:a16="http://schemas.microsoft.com/office/drawing/2014/main" id="{02CC3910-BA04-1277-8840-2305FADA1B58}"/>
              </a:ext>
            </a:extLst>
          </p:cNvPr>
          <p:cNvSpPr>
            <a:spLocks noGrp="1"/>
          </p:cNvSpPr>
          <p:nvPr>
            <p:ph type="body" sz="quarter" idx="15"/>
          </p:nvPr>
        </p:nvSpPr>
        <p:spPr>
          <a:xfrm>
            <a:off x="7934975" y="745889"/>
            <a:ext cx="2756846" cy="1374897"/>
          </a:xfrm>
          <a:noFill/>
        </p:spPr>
        <p:txBody>
          <a:bodyPr lIns="180000" anchor="ctr">
            <a:normAutofit/>
          </a:bodyPr>
          <a:lstStyle>
            <a:lvl1pPr marL="0" indent="0" algn="l">
              <a:buNone/>
              <a:defRPr sz="2000">
                <a:solidFill>
                  <a:schemeClr val="tx1"/>
                </a:solidFill>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AF374DC-0A1D-76E5-1920-8535AC50ACAC}"/>
              </a:ext>
            </a:extLst>
          </p:cNvPr>
          <p:cNvSpPr>
            <a:spLocks noGrp="1"/>
          </p:cNvSpPr>
          <p:nvPr>
            <p:ph type="body" sz="quarter" idx="16"/>
          </p:nvPr>
        </p:nvSpPr>
        <p:spPr>
          <a:xfrm>
            <a:off x="4653888" y="2666933"/>
            <a:ext cx="2756846" cy="1374897"/>
          </a:xfrm>
          <a:noFill/>
        </p:spPr>
        <p:txBody>
          <a:bodyPr lIns="180000" anchor="ctr">
            <a:normAutofit/>
          </a:bodyPr>
          <a:lstStyle>
            <a:lvl1pPr marL="0" indent="0" algn="l">
              <a:buNone/>
              <a:defRPr sz="2000">
                <a:solidFill>
                  <a:schemeClr val="tx1"/>
                </a:solidFill>
              </a:defRPr>
            </a:lvl1pPr>
          </a:lstStyle>
          <a:p>
            <a:pPr lvl="0"/>
            <a:r>
              <a:rPr lang="en-US"/>
              <a:t>Click to edit Master text styles</a:t>
            </a:r>
          </a:p>
        </p:txBody>
      </p:sp>
      <p:sp>
        <p:nvSpPr>
          <p:cNvPr id="28" name="Text Placeholder 22">
            <a:extLst>
              <a:ext uri="{FF2B5EF4-FFF2-40B4-BE49-F238E27FC236}">
                <a16:creationId xmlns:a16="http://schemas.microsoft.com/office/drawing/2014/main" id="{450A8EED-9255-3A4F-488E-4F601FA7E3AE}"/>
              </a:ext>
            </a:extLst>
          </p:cNvPr>
          <p:cNvSpPr>
            <a:spLocks noGrp="1"/>
          </p:cNvSpPr>
          <p:nvPr>
            <p:ph type="body" sz="quarter" idx="17"/>
          </p:nvPr>
        </p:nvSpPr>
        <p:spPr>
          <a:xfrm>
            <a:off x="4666612" y="4581361"/>
            <a:ext cx="2756846" cy="1374897"/>
          </a:xfrm>
          <a:noFill/>
        </p:spPr>
        <p:txBody>
          <a:bodyPr lIns="180000" anchor="ctr">
            <a:normAutofit/>
          </a:bodyPr>
          <a:lstStyle>
            <a:lvl1pPr marL="0" indent="0" algn="l">
              <a:buNone/>
              <a:defRPr sz="2000">
                <a:solidFill>
                  <a:schemeClr val="tx1"/>
                </a:solidFill>
              </a:defRPr>
            </a:lvl1pPr>
          </a:lstStyle>
          <a:p>
            <a:pPr lvl="0"/>
            <a:r>
              <a:rPr lang="en-US"/>
              <a:t>Click to edit Master text styles</a:t>
            </a:r>
          </a:p>
        </p:txBody>
      </p:sp>
      <p:sp>
        <p:nvSpPr>
          <p:cNvPr id="29" name="Text Placeholder 22">
            <a:extLst>
              <a:ext uri="{FF2B5EF4-FFF2-40B4-BE49-F238E27FC236}">
                <a16:creationId xmlns:a16="http://schemas.microsoft.com/office/drawing/2014/main" id="{49BB1608-0AF7-3C20-5E21-830C77BD7EBD}"/>
              </a:ext>
            </a:extLst>
          </p:cNvPr>
          <p:cNvSpPr>
            <a:spLocks noGrp="1"/>
          </p:cNvSpPr>
          <p:nvPr>
            <p:ph type="body" sz="quarter" idx="19"/>
          </p:nvPr>
        </p:nvSpPr>
        <p:spPr>
          <a:xfrm>
            <a:off x="7934975" y="2682334"/>
            <a:ext cx="2756846" cy="1374897"/>
          </a:xfrm>
          <a:noFill/>
        </p:spPr>
        <p:txBody>
          <a:bodyPr lIns="180000" anchor="ctr">
            <a:normAutofit/>
          </a:bodyPr>
          <a:lstStyle>
            <a:lvl1pPr marL="0" indent="0" algn="l">
              <a:buNone/>
              <a:defRPr sz="2000">
                <a:solidFill>
                  <a:schemeClr val="tx1"/>
                </a:solidFill>
              </a:defRPr>
            </a:lvl1pPr>
          </a:lstStyle>
          <a:p>
            <a:pPr lvl="0"/>
            <a:r>
              <a:rPr lang="en-US"/>
              <a:t>Click to edit Master text styles</a:t>
            </a:r>
          </a:p>
        </p:txBody>
      </p:sp>
      <p:sp>
        <p:nvSpPr>
          <p:cNvPr id="30" name="Text Placeholder 22">
            <a:extLst>
              <a:ext uri="{FF2B5EF4-FFF2-40B4-BE49-F238E27FC236}">
                <a16:creationId xmlns:a16="http://schemas.microsoft.com/office/drawing/2014/main" id="{53B7A695-9987-AD63-B30E-609151C6A553}"/>
              </a:ext>
            </a:extLst>
          </p:cNvPr>
          <p:cNvSpPr>
            <a:spLocks noGrp="1"/>
          </p:cNvSpPr>
          <p:nvPr>
            <p:ph type="body" sz="quarter" idx="20"/>
          </p:nvPr>
        </p:nvSpPr>
        <p:spPr>
          <a:xfrm>
            <a:off x="7934975" y="4612163"/>
            <a:ext cx="2756846" cy="1374897"/>
          </a:xfrm>
          <a:noFill/>
        </p:spPr>
        <p:txBody>
          <a:bodyPr lIns="180000" anchor="ctr">
            <a:normAutofit/>
          </a:bodyPr>
          <a:lstStyle>
            <a:lvl1pPr marL="0" indent="0" algn="l">
              <a:buNone/>
              <a:defRPr sz="2000">
                <a:solidFill>
                  <a:schemeClr val="tx1"/>
                </a:solidFill>
              </a:defRPr>
            </a:lvl1pPr>
          </a:lstStyle>
          <a:p>
            <a:pPr lvl="0"/>
            <a:r>
              <a:rPr lang="en-US"/>
              <a:t>Click to edit Master text styles</a:t>
            </a:r>
          </a:p>
        </p:txBody>
      </p:sp>
      <p:sp>
        <p:nvSpPr>
          <p:cNvPr id="31" name="Oval 30">
            <a:extLst>
              <a:ext uri="{FF2B5EF4-FFF2-40B4-BE49-F238E27FC236}">
                <a16:creationId xmlns:a16="http://schemas.microsoft.com/office/drawing/2014/main" id="{4919F8AF-A4DE-E26B-C752-E86A235E3302}"/>
              </a:ext>
            </a:extLst>
          </p:cNvPr>
          <p:cNvSpPr>
            <a:spLocks noChangeAspect="1"/>
          </p:cNvSpPr>
          <p:nvPr/>
        </p:nvSpPr>
        <p:spPr>
          <a:xfrm>
            <a:off x="4386830" y="493280"/>
            <a:ext cx="360000" cy="360000"/>
          </a:xfrm>
          <a:prstGeom prst="ellipse">
            <a:avLst/>
          </a:prstGeom>
          <a:solidFill>
            <a:schemeClr val="tx1"/>
          </a:solidFill>
          <a:ln w="19050" cap="flat" cmpd="sng" algn="ctr">
            <a:no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r>
              <a:rPr kumimoji="0" lang="sv-SE" sz="1800" u="none" strike="noStrike" kern="0" cap="none" spc="0" normalizeH="0" baseline="0" noProof="0">
                <a:ln>
                  <a:noFill/>
                </a:ln>
                <a:solidFill>
                  <a:schemeClr val="bg1"/>
                </a:solidFill>
                <a:effectLst/>
                <a:uLnTx/>
                <a:uFillTx/>
                <a:latin typeface="+mn-lt"/>
                <a:ea typeface="Helvetica Neue Light" panose="02000403000000020004" pitchFamily="2" charset="0"/>
              </a:rPr>
              <a:t>1</a:t>
            </a:r>
          </a:p>
        </p:txBody>
      </p:sp>
      <p:sp>
        <p:nvSpPr>
          <p:cNvPr id="32" name="Oval 31">
            <a:extLst>
              <a:ext uri="{FF2B5EF4-FFF2-40B4-BE49-F238E27FC236}">
                <a16:creationId xmlns:a16="http://schemas.microsoft.com/office/drawing/2014/main" id="{DE2DFD28-C116-548C-4D41-875DE9372F18}"/>
              </a:ext>
            </a:extLst>
          </p:cNvPr>
          <p:cNvSpPr>
            <a:spLocks noChangeAspect="1"/>
          </p:cNvSpPr>
          <p:nvPr/>
        </p:nvSpPr>
        <p:spPr>
          <a:xfrm>
            <a:off x="7654344" y="500829"/>
            <a:ext cx="360000" cy="360000"/>
          </a:xfrm>
          <a:prstGeom prst="ellipse">
            <a:avLst/>
          </a:prstGeom>
          <a:solidFill>
            <a:schemeClr val="tx1"/>
          </a:solidFill>
          <a:ln w="19050" cap="flat" cmpd="sng" algn="ctr">
            <a:no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r>
              <a:rPr kumimoji="0" lang="sv-SE" sz="1800" u="none" strike="noStrike" kern="0" cap="none" spc="0" normalizeH="0" baseline="0" noProof="0">
                <a:ln>
                  <a:noFill/>
                </a:ln>
                <a:solidFill>
                  <a:schemeClr val="bg1"/>
                </a:solidFill>
                <a:effectLst/>
                <a:uLnTx/>
                <a:uFillTx/>
                <a:latin typeface="+mn-lt"/>
                <a:ea typeface="Helvetica Neue Light" panose="02000403000000020004" pitchFamily="2" charset="0"/>
              </a:rPr>
              <a:t>2</a:t>
            </a:r>
          </a:p>
        </p:txBody>
      </p:sp>
      <p:sp>
        <p:nvSpPr>
          <p:cNvPr id="33" name="Oval 32">
            <a:extLst>
              <a:ext uri="{FF2B5EF4-FFF2-40B4-BE49-F238E27FC236}">
                <a16:creationId xmlns:a16="http://schemas.microsoft.com/office/drawing/2014/main" id="{A008AE9A-2CA1-77B3-11DE-4329DDA21F7D}"/>
              </a:ext>
            </a:extLst>
          </p:cNvPr>
          <p:cNvSpPr>
            <a:spLocks noChangeAspect="1"/>
          </p:cNvSpPr>
          <p:nvPr/>
        </p:nvSpPr>
        <p:spPr>
          <a:xfrm>
            <a:off x="4381185" y="2402345"/>
            <a:ext cx="360000" cy="360000"/>
          </a:xfrm>
          <a:prstGeom prst="ellipse">
            <a:avLst/>
          </a:prstGeom>
          <a:solidFill>
            <a:schemeClr val="tx1"/>
          </a:solidFill>
          <a:ln w="19050" cap="flat" cmpd="sng" algn="ctr">
            <a:no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r>
              <a:rPr kumimoji="0" lang="sv-SE" sz="1800" u="none" strike="noStrike" kern="0" cap="none" spc="0" normalizeH="0" baseline="0" noProof="0">
                <a:ln>
                  <a:noFill/>
                </a:ln>
                <a:solidFill>
                  <a:schemeClr val="bg1"/>
                </a:solidFill>
                <a:effectLst/>
                <a:uLnTx/>
                <a:uFillTx/>
                <a:latin typeface="+mn-lt"/>
                <a:ea typeface="Helvetica Neue Light" panose="02000403000000020004" pitchFamily="2" charset="0"/>
              </a:rPr>
              <a:t>3</a:t>
            </a:r>
          </a:p>
        </p:txBody>
      </p:sp>
      <p:sp>
        <p:nvSpPr>
          <p:cNvPr id="34" name="Oval 33">
            <a:extLst>
              <a:ext uri="{FF2B5EF4-FFF2-40B4-BE49-F238E27FC236}">
                <a16:creationId xmlns:a16="http://schemas.microsoft.com/office/drawing/2014/main" id="{F5C44459-0D6E-B38B-271B-8C6FCD7ECFBA}"/>
              </a:ext>
            </a:extLst>
          </p:cNvPr>
          <p:cNvSpPr>
            <a:spLocks noChangeAspect="1"/>
          </p:cNvSpPr>
          <p:nvPr/>
        </p:nvSpPr>
        <p:spPr>
          <a:xfrm>
            <a:off x="7665643" y="2409894"/>
            <a:ext cx="360000" cy="360000"/>
          </a:xfrm>
          <a:prstGeom prst="ellipse">
            <a:avLst/>
          </a:prstGeom>
          <a:solidFill>
            <a:schemeClr val="tx1"/>
          </a:solidFill>
          <a:ln w="19050" cap="flat" cmpd="sng" algn="ctr">
            <a:no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r>
              <a:rPr kumimoji="0" lang="sv-SE" sz="1800" u="none" strike="noStrike" kern="0" cap="none" spc="0" normalizeH="0" baseline="0" noProof="0">
                <a:ln>
                  <a:noFill/>
                </a:ln>
                <a:solidFill>
                  <a:schemeClr val="bg1"/>
                </a:solidFill>
                <a:effectLst/>
                <a:uLnTx/>
                <a:uFillTx/>
                <a:latin typeface="+mn-lt"/>
                <a:ea typeface="Helvetica Neue Light" panose="02000403000000020004" pitchFamily="2" charset="0"/>
              </a:rPr>
              <a:t>4</a:t>
            </a:r>
          </a:p>
        </p:txBody>
      </p:sp>
      <p:sp>
        <p:nvSpPr>
          <p:cNvPr id="35" name="Oval 34">
            <a:extLst>
              <a:ext uri="{FF2B5EF4-FFF2-40B4-BE49-F238E27FC236}">
                <a16:creationId xmlns:a16="http://schemas.microsoft.com/office/drawing/2014/main" id="{EA26D70C-3EA6-CB19-4E96-4CE61727CAF9}"/>
              </a:ext>
            </a:extLst>
          </p:cNvPr>
          <p:cNvSpPr>
            <a:spLocks noChangeAspect="1"/>
          </p:cNvSpPr>
          <p:nvPr/>
        </p:nvSpPr>
        <p:spPr>
          <a:xfrm>
            <a:off x="4392486" y="4345299"/>
            <a:ext cx="360000" cy="360000"/>
          </a:xfrm>
          <a:prstGeom prst="ellipse">
            <a:avLst/>
          </a:prstGeom>
          <a:solidFill>
            <a:schemeClr val="tx1"/>
          </a:solidFill>
          <a:ln w="19050" cap="flat" cmpd="sng" algn="ctr">
            <a:no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r>
              <a:rPr kumimoji="0" lang="sv-SE" sz="1800" u="none" strike="noStrike" kern="0" cap="none" spc="0" normalizeH="0" baseline="0" noProof="0">
                <a:ln>
                  <a:noFill/>
                </a:ln>
                <a:solidFill>
                  <a:schemeClr val="bg1"/>
                </a:solidFill>
                <a:effectLst/>
                <a:uLnTx/>
                <a:uFillTx/>
                <a:latin typeface="+mn-lt"/>
                <a:ea typeface="Helvetica Neue Light" panose="02000403000000020004" pitchFamily="2" charset="0"/>
              </a:rPr>
              <a:t>5</a:t>
            </a:r>
          </a:p>
        </p:txBody>
      </p:sp>
      <p:sp>
        <p:nvSpPr>
          <p:cNvPr id="36" name="Oval 35">
            <a:extLst>
              <a:ext uri="{FF2B5EF4-FFF2-40B4-BE49-F238E27FC236}">
                <a16:creationId xmlns:a16="http://schemas.microsoft.com/office/drawing/2014/main" id="{8E1F13F7-83CA-8F60-9688-A8C0B383064D}"/>
              </a:ext>
            </a:extLst>
          </p:cNvPr>
          <p:cNvSpPr>
            <a:spLocks noChangeAspect="1"/>
          </p:cNvSpPr>
          <p:nvPr/>
        </p:nvSpPr>
        <p:spPr>
          <a:xfrm>
            <a:off x="7643056" y="4386736"/>
            <a:ext cx="360000" cy="360000"/>
          </a:xfrm>
          <a:prstGeom prst="ellipse">
            <a:avLst/>
          </a:prstGeom>
          <a:solidFill>
            <a:schemeClr val="tx1"/>
          </a:solidFill>
          <a:ln w="19050" cap="flat" cmpd="sng" algn="ctr">
            <a:no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r>
              <a:rPr kumimoji="0" lang="sv-SE" sz="1800" u="none" strike="noStrike" kern="0" cap="none" spc="0" normalizeH="0" baseline="0" noProof="0">
                <a:ln>
                  <a:noFill/>
                </a:ln>
                <a:solidFill>
                  <a:schemeClr val="bg1"/>
                </a:solidFill>
                <a:effectLst/>
                <a:uLnTx/>
                <a:uFillTx/>
                <a:latin typeface="+mn-lt"/>
                <a:ea typeface="Helvetica Neue Light" panose="02000403000000020004" pitchFamily="2" charset="0"/>
              </a:rPr>
              <a:t>6</a:t>
            </a:r>
          </a:p>
        </p:txBody>
      </p:sp>
      <p:sp>
        <p:nvSpPr>
          <p:cNvPr id="7" name="Date Placeholder 6">
            <a:extLst>
              <a:ext uri="{FF2B5EF4-FFF2-40B4-BE49-F238E27FC236}">
                <a16:creationId xmlns:a16="http://schemas.microsoft.com/office/drawing/2014/main" id="{7A5F2AEB-420E-187E-1559-A3AF7D3EDEE6}"/>
              </a:ext>
            </a:extLst>
          </p:cNvPr>
          <p:cNvSpPr>
            <a:spLocks noGrp="1"/>
          </p:cNvSpPr>
          <p:nvPr>
            <p:ph type="dt" sz="half" idx="21"/>
          </p:nvPr>
        </p:nvSpPr>
        <p:spPr/>
        <p:txBody>
          <a:bodyPr/>
          <a:lstStyle/>
          <a:p>
            <a:r>
              <a:rPr lang="en-SE"/>
              <a:t>2023-09-13</a:t>
            </a:r>
            <a:endParaRPr lang="en-GB"/>
          </a:p>
        </p:txBody>
      </p:sp>
      <p:sp>
        <p:nvSpPr>
          <p:cNvPr id="8" name="Footer Placeholder 7">
            <a:extLst>
              <a:ext uri="{FF2B5EF4-FFF2-40B4-BE49-F238E27FC236}">
                <a16:creationId xmlns:a16="http://schemas.microsoft.com/office/drawing/2014/main" id="{A71E5DBE-7694-45BE-98A3-C932B0B210D5}"/>
              </a:ext>
            </a:extLst>
          </p:cNvPr>
          <p:cNvSpPr>
            <a:spLocks noGrp="1"/>
          </p:cNvSpPr>
          <p:nvPr>
            <p:ph type="ftr" sz="quarter" idx="22"/>
          </p:nvPr>
        </p:nvSpPr>
        <p:spPr/>
        <p:txBody>
          <a:bodyPr/>
          <a:lstStyle/>
          <a:p>
            <a:r>
              <a:rPr lang="en-GB"/>
              <a:t>[ramin.karim@ltu.se]</a:t>
            </a:r>
          </a:p>
        </p:txBody>
      </p:sp>
      <p:sp>
        <p:nvSpPr>
          <p:cNvPr id="9" name="Slide Number Placeholder 8">
            <a:extLst>
              <a:ext uri="{FF2B5EF4-FFF2-40B4-BE49-F238E27FC236}">
                <a16:creationId xmlns:a16="http://schemas.microsoft.com/office/drawing/2014/main" id="{B9C31AAB-CD55-94A4-CB51-01ACAAB26EF4}"/>
              </a:ext>
            </a:extLst>
          </p:cNvPr>
          <p:cNvSpPr>
            <a:spLocks noGrp="1"/>
          </p:cNvSpPr>
          <p:nvPr>
            <p:ph type="sldNum" sz="quarter" idx="23"/>
          </p:nvPr>
        </p:nvSpPr>
        <p:spPr/>
        <p:txBody>
          <a:bodyPr/>
          <a:lstStyle/>
          <a:p>
            <a:fld id="{B3284CE9-EFAB-9F4B-868A-1F02DB69B64D}" type="slidenum">
              <a:rPr lang="en-GB" smtClean="0"/>
              <a:pPr/>
              <a:t>‹#›</a:t>
            </a:fld>
            <a:endParaRPr lang="en-GB"/>
          </a:p>
        </p:txBody>
      </p:sp>
    </p:spTree>
    <p:extLst>
      <p:ext uri="{BB962C8B-B14F-4D97-AF65-F5344CB8AC3E}">
        <p14:creationId xmlns:p14="http://schemas.microsoft.com/office/powerpoint/2010/main" val="75240848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act">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25BCC7F3-C03C-3A89-5036-28E611B2B109}"/>
              </a:ext>
            </a:extLst>
          </p:cNvPr>
          <p:cNvSpPr>
            <a:spLocks noGrp="1"/>
          </p:cNvSpPr>
          <p:nvPr>
            <p:ph type="body" idx="1"/>
          </p:nvPr>
        </p:nvSpPr>
        <p:spPr>
          <a:xfrm>
            <a:off x="1915020" y="2639969"/>
            <a:ext cx="8330400" cy="1563373"/>
          </a:xfrm>
        </p:spPr>
        <p:txBody>
          <a:bodyPr/>
          <a:lstStyle>
            <a:lvl1pPr marL="0" indent="0">
              <a:spcBef>
                <a:spcPts val="0"/>
              </a:spcBef>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TextBox 7">
            <a:extLst>
              <a:ext uri="{FF2B5EF4-FFF2-40B4-BE49-F238E27FC236}">
                <a16:creationId xmlns:a16="http://schemas.microsoft.com/office/drawing/2014/main" id="{48B287C4-1753-363B-D9F9-E5DE78DD00EA}"/>
              </a:ext>
            </a:extLst>
          </p:cNvPr>
          <p:cNvSpPr txBox="1"/>
          <p:nvPr userDrawn="1"/>
        </p:nvSpPr>
        <p:spPr>
          <a:xfrm>
            <a:off x="1903136" y="1687021"/>
            <a:ext cx="2494036" cy="646331"/>
          </a:xfrm>
          <a:prstGeom prst="rect">
            <a:avLst/>
          </a:prstGeom>
          <a:noFill/>
        </p:spPr>
        <p:txBody>
          <a:bodyPr wrap="square" lIns="0" rtlCol="0" anchor="b">
            <a:spAutoFit/>
          </a:bodyPr>
          <a:lstStyle/>
          <a:p>
            <a:r>
              <a:rPr lang="en-GB" sz="3600">
                <a:solidFill>
                  <a:srgbClr val="88A5BD"/>
                </a:solidFill>
              </a:rPr>
              <a:t>Contact</a:t>
            </a:r>
          </a:p>
        </p:txBody>
      </p:sp>
      <p:sp>
        <p:nvSpPr>
          <p:cNvPr id="2" name="Rectangle 1">
            <a:extLst>
              <a:ext uri="{FF2B5EF4-FFF2-40B4-BE49-F238E27FC236}">
                <a16:creationId xmlns:a16="http://schemas.microsoft.com/office/drawing/2014/main" id="{B16092C2-E1E0-8C47-CE4B-5C4368E4104C}"/>
              </a:ext>
            </a:extLst>
          </p:cNvPr>
          <p:cNvSpPr/>
          <p:nvPr userDrawn="1"/>
        </p:nvSpPr>
        <p:spPr>
          <a:xfrm>
            <a:off x="1932291" y="2431235"/>
            <a:ext cx="720000" cy="45719"/>
          </a:xfrm>
          <a:prstGeom prst="rect">
            <a:avLst/>
          </a:prstGeom>
          <a:solidFill>
            <a:srgbClr val="FF824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6">
            <a:extLst>
              <a:ext uri="{FF2B5EF4-FFF2-40B4-BE49-F238E27FC236}">
                <a16:creationId xmlns:a16="http://schemas.microsoft.com/office/drawing/2014/main" id="{3BC98513-73B4-BA37-74D4-B974B393B3FF}"/>
              </a:ext>
            </a:extLst>
          </p:cNvPr>
          <p:cNvSpPr>
            <a:spLocks noGrp="1"/>
          </p:cNvSpPr>
          <p:nvPr>
            <p:ph type="dt" sz="half" idx="10"/>
          </p:nvPr>
        </p:nvSpPr>
        <p:spPr/>
        <p:txBody>
          <a:bodyPr/>
          <a:lstStyle/>
          <a:p>
            <a:r>
              <a:rPr lang="en-SE"/>
              <a:t>2023-09-13</a:t>
            </a:r>
            <a:endParaRPr lang="en-GB"/>
          </a:p>
        </p:txBody>
      </p:sp>
      <p:sp>
        <p:nvSpPr>
          <p:cNvPr id="9" name="Footer Placeholder 8">
            <a:extLst>
              <a:ext uri="{FF2B5EF4-FFF2-40B4-BE49-F238E27FC236}">
                <a16:creationId xmlns:a16="http://schemas.microsoft.com/office/drawing/2014/main" id="{9CDEC919-A8F1-6AD5-FFB2-97BD4DD6A1B6}"/>
              </a:ext>
            </a:extLst>
          </p:cNvPr>
          <p:cNvSpPr>
            <a:spLocks noGrp="1"/>
          </p:cNvSpPr>
          <p:nvPr>
            <p:ph type="ftr" sz="quarter" idx="11"/>
          </p:nvPr>
        </p:nvSpPr>
        <p:spPr/>
        <p:txBody>
          <a:bodyPr/>
          <a:lstStyle/>
          <a:p>
            <a:r>
              <a:rPr lang="en-GB"/>
              <a:t>[ramin.karim@ltu.se]</a:t>
            </a:r>
          </a:p>
        </p:txBody>
      </p:sp>
      <p:sp>
        <p:nvSpPr>
          <p:cNvPr id="10" name="Slide Number Placeholder 9">
            <a:extLst>
              <a:ext uri="{FF2B5EF4-FFF2-40B4-BE49-F238E27FC236}">
                <a16:creationId xmlns:a16="http://schemas.microsoft.com/office/drawing/2014/main" id="{3C381D5A-B147-D9B1-BCD8-FDC4C5B0EAAD}"/>
              </a:ext>
            </a:extLst>
          </p:cNvPr>
          <p:cNvSpPr>
            <a:spLocks noGrp="1"/>
          </p:cNvSpPr>
          <p:nvPr>
            <p:ph type="sldNum" sz="quarter" idx="12"/>
          </p:nvPr>
        </p:nvSpPr>
        <p:spPr/>
        <p:txBody>
          <a:bodyPr/>
          <a:lstStyle/>
          <a:p>
            <a:fld id="{B3284CE9-EFAB-9F4B-868A-1F02DB69B64D}" type="slidenum">
              <a:rPr lang="en-GB" smtClean="0"/>
              <a:pPr/>
              <a:t>‹#›</a:t>
            </a:fld>
            <a:endParaRPr lang="en-GB"/>
          </a:p>
        </p:txBody>
      </p:sp>
    </p:spTree>
    <p:extLst>
      <p:ext uri="{BB962C8B-B14F-4D97-AF65-F5344CB8AC3E}">
        <p14:creationId xmlns:p14="http://schemas.microsoft.com/office/powerpoint/2010/main" val="3830262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Final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C4E0DC6-1F3A-DEB1-9319-C5B2EC4148D3}"/>
              </a:ext>
            </a:extLst>
          </p:cNvPr>
          <p:cNvPicPr>
            <a:picLocks noChangeAspect="1"/>
          </p:cNvPicPr>
          <p:nvPr userDrawn="1"/>
        </p:nvPicPr>
        <p:blipFill>
          <a:blip r:embed="rId2"/>
          <a:stretch>
            <a:fillRect/>
          </a:stretch>
        </p:blipFill>
        <p:spPr>
          <a:xfrm>
            <a:off x="4157457" y="2396412"/>
            <a:ext cx="3487317" cy="1718388"/>
          </a:xfrm>
          <a:prstGeom prst="rect">
            <a:avLst/>
          </a:prstGeom>
        </p:spPr>
      </p:pic>
    </p:spTree>
    <p:extLst>
      <p:ext uri="{BB962C8B-B14F-4D97-AF65-F5344CB8AC3E}">
        <p14:creationId xmlns:p14="http://schemas.microsoft.com/office/powerpoint/2010/main" val="3684866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6" name="Title Placeholder 3"/>
          <p:cNvSpPr>
            <a:spLocks noGrp="1"/>
          </p:cNvSpPr>
          <p:nvPr>
            <p:ph type="title" hasCustomPrompt="1"/>
          </p:nvPr>
        </p:nvSpPr>
        <p:spPr>
          <a:xfrm>
            <a:off x="431800" y="240001"/>
            <a:ext cx="11328400" cy="1206399"/>
          </a:xfrm>
          <a:prstGeom prst="rect">
            <a:avLst/>
          </a:prstGeom>
        </p:spPr>
        <p:txBody>
          <a:bodyPr vert="horz" lIns="91440" tIns="45720" rIns="91440" bIns="45720" rtlCol="0" anchor="ctr">
            <a:normAutofit/>
          </a:bodyPr>
          <a:lstStyle>
            <a:lvl1pPr>
              <a:defRPr baseline="0"/>
            </a:lvl1pPr>
          </a:lstStyle>
          <a:p>
            <a:r>
              <a:rPr lang="en-GB" noProof="0"/>
              <a:t>CLICK HERE TO ADD TITLE</a:t>
            </a:r>
          </a:p>
        </p:txBody>
      </p:sp>
      <p:sp>
        <p:nvSpPr>
          <p:cNvPr id="11" name="Content Placeholder 2"/>
          <p:cNvSpPr>
            <a:spLocks noGrp="1"/>
          </p:cNvSpPr>
          <p:nvPr>
            <p:ph sz="half" idx="1" hasCustomPrompt="1"/>
          </p:nvPr>
        </p:nvSpPr>
        <p:spPr>
          <a:xfrm>
            <a:off x="432000" y="1440000"/>
            <a:ext cx="11310496" cy="482882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lang="sv-SE" dirty="0" smtClean="0"/>
            </a:lvl1pPr>
            <a:lvl2pPr>
              <a:defRPr lang="sv-SE" dirty="0" smtClean="0"/>
            </a:lvl2pPr>
            <a:lvl3pPr>
              <a:defRPr lang="sv-SE" dirty="0" smtClean="0"/>
            </a:lvl3pPr>
            <a:lvl4pPr>
              <a:defRPr lang="sv-SE" dirty="0" smtClean="0"/>
            </a:lvl4pPr>
            <a:lvl5pPr>
              <a:defRPr lang="en-US" dirty="0"/>
            </a:lvl5pPr>
          </a:lstStyle>
          <a:p>
            <a:pPr lvl="0"/>
            <a:r>
              <a:rPr lang="en-GB" noProof="0"/>
              <a:t>Click here to change format</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 name="Date Placeholder 1">
            <a:extLst>
              <a:ext uri="{FF2B5EF4-FFF2-40B4-BE49-F238E27FC236}">
                <a16:creationId xmlns:a16="http://schemas.microsoft.com/office/drawing/2014/main" id="{DB82AD3E-249E-43F8-ACB9-DB27F97E63A8}"/>
              </a:ext>
            </a:extLst>
          </p:cNvPr>
          <p:cNvSpPr>
            <a:spLocks noGrp="1"/>
          </p:cNvSpPr>
          <p:nvPr>
            <p:ph type="dt" sz="half" idx="10"/>
          </p:nvPr>
        </p:nvSpPr>
        <p:spPr/>
        <p:txBody>
          <a:bodyPr/>
          <a:lstStyle/>
          <a:p>
            <a:r>
              <a:rPr lang="en-SE"/>
              <a:t>2023-09-13</a:t>
            </a:r>
            <a:endParaRPr lang="en-GB"/>
          </a:p>
        </p:txBody>
      </p:sp>
      <p:sp>
        <p:nvSpPr>
          <p:cNvPr id="3" name="Footer Placeholder 2">
            <a:extLst>
              <a:ext uri="{FF2B5EF4-FFF2-40B4-BE49-F238E27FC236}">
                <a16:creationId xmlns:a16="http://schemas.microsoft.com/office/drawing/2014/main" id="{3D1E865F-D3F4-488C-BE5E-A31ABF5CFACA}"/>
              </a:ext>
            </a:extLst>
          </p:cNvPr>
          <p:cNvSpPr>
            <a:spLocks noGrp="1"/>
          </p:cNvSpPr>
          <p:nvPr>
            <p:ph type="ftr" sz="quarter" idx="11"/>
          </p:nvPr>
        </p:nvSpPr>
        <p:spPr/>
        <p:txBody>
          <a:bodyPr/>
          <a:lstStyle/>
          <a:p>
            <a:r>
              <a:rPr lang="fi-FI"/>
              <a:t>[ramin.karim@ltu.se]</a:t>
            </a:r>
            <a:endParaRPr lang="en-GB"/>
          </a:p>
        </p:txBody>
      </p:sp>
      <p:sp>
        <p:nvSpPr>
          <p:cNvPr id="4" name="Slide Number Placeholder 3">
            <a:extLst>
              <a:ext uri="{FF2B5EF4-FFF2-40B4-BE49-F238E27FC236}">
                <a16:creationId xmlns:a16="http://schemas.microsoft.com/office/drawing/2014/main" id="{57F05F4C-65AA-4B44-BB49-0DAA423FA0BA}"/>
              </a:ext>
            </a:extLst>
          </p:cNvPr>
          <p:cNvSpPr>
            <a:spLocks noGrp="1"/>
          </p:cNvSpPr>
          <p:nvPr>
            <p:ph type="sldNum" sz="quarter" idx="12"/>
          </p:nvPr>
        </p:nvSpPr>
        <p:spPr/>
        <p:txBody>
          <a:bodyPr/>
          <a:lstStyle/>
          <a:p>
            <a:fld id="{C74D31C4-BFD3-4A1A-8760-683403EFE08F}" type="slidenum">
              <a:rPr lang="en-GB" smtClean="0"/>
              <a:t>‹#›</a:t>
            </a:fld>
            <a:endParaRPr lang="en-GB"/>
          </a:p>
        </p:txBody>
      </p:sp>
    </p:spTree>
    <p:extLst>
      <p:ext uri="{BB962C8B-B14F-4D97-AF65-F5344CB8AC3E}">
        <p14:creationId xmlns:p14="http://schemas.microsoft.com/office/powerpoint/2010/main" val="1117253278"/>
      </p:ext>
    </p:extLst>
  </p:cSld>
  <p:clrMapOvr>
    <a:masterClrMapping/>
  </p:clrMapOvr>
  <p:extLst>
    <p:ext uri="{DCECCB84-F9BA-43D5-87BE-67443E8EF086}">
      <p15:sldGuideLst xmlns:p15="http://schemas.microsoft.com/office/powerpoint/2012/main">
        <p15:guide id="1" pos="204">
          <p15:clr>
            <a:srgbClr val="FBAE40"/>
          </p15:clr>
        </p15:guide>
        <p15:guide id="2" pos="555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nd two columnes tex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32000" y="1439999"/>
            <a:ext cx="5568000" cy="4970227"/>
          </a:xfrm>
        </p:spPr>
        <p:txBody>
          <a:bodyPr/>
          <a:lstStyle>
            <a:lvl1pPr>
              <a:defRPr sz="2933"/>
            </a:lvl1pPr>
            <a:lvl2pPr>
              <a:defRPr sz="2667"/>
            </a:lvl2pPr>
            <a:lvl3pPr>
              <a:defRPr sz="2400"/>
            </a:lvl3pPr>
            <a:lvl4pPr>
              <a:defRPr sz="2133"/>
            </a:lvl4pPr>
            <a:lvl5pPr>
              <a:defRPr sz="2133"/>
            </a:lvl5pPr>
            <a:lvl6pPr>
              <a:defRPr sz="2400"/>
            </a:lvl6pPr>
            <a:lvl7pPr>
              <a:defRPr sz="2400"/>
            </a:lvl7pPr>
            <a:lvl8pPr>
              <a:defRPr sz="2400"/>
            </a:lvl8pPr>
            <a:lvl9pPr>
              <a:defRPr sz="2400"/>
            </a:lvl9pPr>
          </a:lstStyle>
          <a:p>
            <a:pPr lvl="0"/>
            <a:r>
              <a:rPr lang="en-GB" noProof="0"/>
              <a:t>Click here to change format</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 name="Content Placeholder 3"/>
          <p:cNvSpPr>
            <a:spLocks noGrp="1"/>
          </p:cNvSpPr>
          <p:nvPr>
            <p:ph sz="half" idx="2" hasCustomPrompt="1"/>
          </p:nvPr>
        </p:nvSpPr>
        <p:spPr>
          <a:xfrm>
            <a:off x="6192011" y="1439999"/>
            <a:ext cx="5568619" cy="4970227"/>
          </a:xfrm>
        </p:spPr>
        <p:txBody>
          <a:bodyPr/>
          <a:lstStyle>
            <a:lvl1pPr>
              <a:defRPr sz="2933"/>
            </a:lvl1pPr>
            <a:lvl2pPr>
              <a:defRPr sz="2667"/>
            </a:lvl2pPr>
            <a:lvl3pPr>
              <a:defRPr sz="2400"/>
            </a:lvl3pPr>
            <a:lvl4pPr>
              <a:defRPr sz="2133"/>
            </a:lvl4pPr>
            <a:lvl5pPr>
              <a:defRPr sz="2133"/>
            </a:lvl5pPr>
            <a:lvl6pPr>
              <a:defRPr sz="2400"/>
            </a:lvl6pPr>
            <a:lvl7pPr>
              <a:defRPr sz="2400"/>
            </a:lvl7pPr>
            <a:lvl8pPr>
              <a:defRPr sz="2400"/>
            </a:lvl8pPr>
            <a:lvl9pPr>
              <a:defRPr sz="2400"/>
            </a:lvl9pPr>
          </a:lstStyle>
          <a:p>
            <a:pPr lvl="0"/>
            <a:r>
              <a:rPr lang="en-GB" noProof="0"/>
              <a:t>Click here to change format</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8" name="Title Placeholder 3"/>
          <p:cNvSpPr>
            <a:spLocks noGrp="1"/>
          </p:cNvSpPr>
          <p:nvPr>
            <p:ph type="title" hasCustomPrompt="1"/>
          </p:nvPr>
        </p:nvSpPr>
        <p:spPr>
          <a:xfrm>
            <a:off x="432000" y="240001"/>
            <a:ext cx="11329259" cy="1206399"/>
          </a:xfrm>
          <a:prstGeom prst="rect">
            <a:avLst/>
          </a:prstGeom>
        </p:spPr>
        <p:txBody>
          <a:bodyPr vert="horz" lIns="91440" tIns="45720" rIns="91440" bIns="45720" rtlCol="0" anchor="ctr">
            <a:normAutofit/>
          </a:bodyPr>
          <a:lstStyle/>
          <a:p>
            <a:r>
              <a:rPr lang="en-GB" noProof="0"/>
              <a:t>CLICK HERE TO ADD TITLE</a:t>
            </a:r>
          </a:p>
        </p:txBody>
      </p:sp>
      <p:sp>
        <p:nvSpPr>
          <p:cNvPr id="2" name="Date Placeholder 1">
            <a:extLst>
              <a:ext uri="{FF2B5EF4-FFF2-40B4-BE49-F238E27FC236}">
                <a16:creationId xmlns:a16="http://schemas.microsoft.com/office/drawing/2014/main" id="{321836C9-F7F0-4F43-A9DE-E41F65F9FC8F}"/>
              </a:ext>
            </a:extLst>
          </p:cNvPr>
          <p:cNvSpPr>
            <a:spLocks noGrp="1"/>
          </p:cNvSpPr>
          <p:nvPr>
            <p:ph type="dt" sz="half" idx="10"/>
          </p:nvPr>
        </p:nvSpPr>
        <p:spPr/>
        <p:txBody>
          <a:bodyPr/>
          <a:lstStyle/>
          <a:p>
            <a:r>
              <a:rPr lang="en-SE"/>
              <a:t>2023-09-13</a:t>
            </a:r>
            <a:endParaRPr lang="en-GB"/>
          </a:p>
        </p:txBody>
      </p:sp>
      <p:sp>
        <p:nvSpPr>
          <p:cNvPr id="5" name="Footer Placeholder 4">
            <a:extLst>
              <a:ext uri="{FF2B5EF4-FFF2-40B4-BE49-F238E27FC236}">
                <a16:creationId xmlns:a16="http://schemas.microsoft.com/office/drawing/2014/main" id="{2FFFAD70-675C-40D8-8745-18C2F5735C98}"/>
              </a:ext>
            </a:extLst>
          </p:cNvPr>
          <p:cNvSpPr>
            <a:spLocks noGrp="1"/>
          </p:cNvSpPr>
          <p:nvPr>
            <p:ph type="ftr" sz="quarter" idx="11"/>
          </p:nvPr>
        </p:nvSpPr>
        <p:spPr/>
        <p:txBody>
          <a:bodyPr/>
          <a:lstStyle/>
          <a:p>
            <a:r>
              <a:rPr lang="fi-FI"/>
              <a:t>[ramin.karim@ltu.se]</a:t>
            </a:r>
            <a:endParaRPr lang="en-GB"/>
          </a:p>
        </p:txBody>
      </p:sp>
      <p:sp>
        <p:nvSpPr>
          <p:cNvPr id="6" name="Slide Number Placeholder 5">
            <a:extLst>
              <a:ext uri="{FF2B5EF4-FFF2-40B4-BE49-F238E27FC236}">
                <a16:creationId xmlns:a16="http://schemas.microsoft.com/office/drawing/2014/main" id="{D065C110-FCDC-42FD-AA5A-3C12FA2895E9}"/>
              </a:ext>
            </a:extLst>
          </p:cNvPr>
          <p:cNvSpPr>
            <a:spLocks noGrp="1"/>
          </p:cNvSpPr>
          <p:nvPr>
            <p:ph type="sldNum" sz="quarter" idx="12"/>
          </p:nvPr>
        </p:nvSpPr>
        <p:spPr/>
        <p:txBody>
          <a:bodyPr/>
          <a:lstStyle/>
          <a:p>
            <a:fld id="{C74D31C4-BFD3-4A1A-8760-683403EFE08F}" type="slidenum">
              <a:rPr lang="en-GB" smtClean="0"/>
              <a:t>‹#›</a:t>
            </a:fld>
            <a:endParaRPr lang="en-GB"/>
          </a:p>
        </p:txBody>
      </p:sp>
    </p:spTree>
    <p:extLst>
      <p:ext uri="{BB962C8B-B14F-4D97-AF65-F5344CB8AC3E}">
        <p14:creationId xmlns:p14="http://schemas.microsoft.com/office/powerpoint/2010/main" val="54081036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One big picture and 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0DF12D-D456-4FEC-982D-2C3BCE10DE70}"/>
              </a:ext>
            </a:extLst>
          </p:cNvPr>
          <p:cNvSpPr>
            <a:spLocks noGrp="1"/>
          </p:cNvSpPr>
          <p:nvPr>
            <p:ph type="dt" sz="half" idx="10"/>
          </p:nvPr>
        </p:nvSpPr>
        <p:spPr/>
        <p:txBody>
          <a:bodyPr/>
          <a:lstStyle/>
          <a:p>
            <a:r>
              <a:rPr lang="en-SE"/>
              <a:t>2023-09-13</a:t>
            </a:r>
            <a:endParaRPr lang="en-GB"/>
          </a:p>
        </p:txBody>
      </p:sp>
      <p:sp>
        <p:nvSpPr>
          <p:cNvPr id="3" name="Footer Placeholder 2">
            <a:extLst>
              <a:ext uri="{FF2B5EF4-FFF2-40B4-BE49-F238E27FC236}">
                <a16:creationId xmlns:a16="http://schemas.microsoft.com/office/drawing/2014/main" id="{7C33F9CE-0E42-46A6-90E0-99DAF450C180}"/>
              </a:ext>
            </a:extLst>
          </p:cNvPr>
          <p:cNvSpPr>
            <a:spLocks noGrp="1"/>
          </p:cNvSpPr>
          <p:nvPr>
            <p:ph type="ftr" sz="quarter" idx="11"/>
          </p:nvPr>
        </p:nvSpPr>
        <p:spPr/>
        <p:txBody>
          <a:bodyPr/>
          <a:lstStyle/>
          <a:p>
            <a:r>
              <a:rPr lang="fi-FI"/>
              <a:t>[ramin.karim@ltu.se]</a:t>
            </a:r>
            <a:endParaRPr lang="en-GB"/>
          </a:p>
        </p:txBody>
      </p:sp>
      <p:sp>
        <p:nvSpPr>
          <p:cNvPr id="4" name="Slide Number Placeholder 3">
            <a:extLst>
              <a:ext uri="{FF2B5EF4-FFF2-40B4-BE49-F238E27FC236}">
                <a16:creationId xmlns:a16="http://schemas.microsoft.com/office/drawing/2014/main" id="{610A75BB-360F-4C6C-B6AE-A140C876A976}"/>
              </a:ext>
            </a:extLst>
          </p:cNvPr>
          <p:cNvSpPr>
            <a:spLocks noGrp="1"/>
          </p:cNvSpPr>
          <p:nvPr>
            <p:ph type="sldNum" sz="quarter" idx="12"/>
          </p:nvPr>
        </p:nvSpPr>
        <p:spPr/>
        <p:txBody>
          <a:bodyPr/>
          <a:lstStyle/>
          <a:p>
            <a:fld id="{C74D31C4-BFD3-4A1A-8760-683403EFE08F}" type="slidenum">
              <a:rPr lang="en-GB" smtClean="0"/>
              <a:t>‹#›</a:t>
            </a:fld>
            <a:endParaRPr lang="en-GB"/>
          </a:p>
        </p:txBody>
      </p:sp>
      <p:sp>
        <p:nvSpPr>
          <p:cNvPr id="8" name="Title 7">
            <a:extLst>
              <a:ext uri="{FF2B5EF4-FFF2-40B4-BE49-F238E27FC236}">
                <a16:creationId xmlns:a16="http://schemas.microsoft.com/office/drawing/2014/main" id="{60F4B16E-C255-4105-9D7B-A5A3C176DA9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084278159"/>
      </p:ext>
    </p:extLst>
  </p:cSld>
  <p:clrMapOvr>
    <a:masterClrMapping/>
  </p:clrMapOvr>
  <p:extLst>
    <p:ext uri="{DCECCB84-F9BA-43D5-87BE-67443E8EF086}">
      <p15:sldGuideLst xmlns:p15="http://schemas.microsoft.com/office/powerpoint/2012/main">
        <p15:guide id="2" pos="2925">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246E0-3C15-7958-A38E-BFBA3F442B36}"/>
              </a:ext>
            </a:extLst>
          </p:cNvPr>
          <p:cNvSpPr>
            <a:spLocks noGrp="1"/>
          </p:cNvSpPr>
          <p:nvPr>
            <p:ph type="title"/>
          </p:nvPr>
        </p:nvSpPr>
        <p:spPr/>
        <p:txBody>
          <a:bodyPr/>
          <a:lstStyle/>
          <a:p>
            <a:r>
              <a:rPr lang="en-US"/>
              <a:t>Click to edit Master title style</a:t>
            </a:r>
            <a:endParaRPr lang="en-SE"/>
          </a:p>
        </p:txBody>
      </p:sp>
      <p:sp>
        <p:nvSpPr>
          <p:cNvPr id="3" name="Footer Placeholder 2">
            <a:extLst>
              <a:ext uri="{FF2B5EF4-FFF2-40B4-BE49-F238E27FC236}">
                <a16:creationId xmlns:a16="http://schemas.microsoft.com/office/drawing/2014/main" id="{089E9138-73DC-E7F9-A2FC-473EE9F395F2}"/>
              </a:ext>
            </a:extLst>
          </p:cNvPr>
          <p:cNvSpPr>
            <a:spLocks noGrp="1"/>
          </p:cNvSpPr>
          <p:nvPr>
            <p:ph type="ftr" sz="quarter" idx="10"/>
          </p:nvPr>
        </p:nvSpPr>
        <p:spPr/>
        <p:txBody>
          <a:bodyPr/>
          <a:lstStyle/>
          <a:p>
            <a:r>
              <a:rPr lang="en-GB"/>
              <a:t>[ramin.karim@ltu.se]</a:t>
            </a:r>
          </a:p>
        </p:txBody>
      </p:sp>
      <p:sp>
        <p:nvSpPr>
          <p:cNvPr id="4" name="Slide Number Placeholder 3">
            <a:extLst>
              <a:ext uri="{FF2B5EF4-FFF2-40B4-BE49-F238E27FC236}">
                <a16:creationId xmlns:a16="http://schemas.microsoft.com/office/drawing/2014/main" id="{2322AD3A-FBA4-F7A7-AC14-972E9F407AEF}"/>
              </a:ext>
            </a:extLst>
          </p:cNvPr>
          <p:cNvSpPr>
            <a:spLocks noGrp="1"/>
          </p:cNvSpPr>
          <p:nvPr>
            <p:ph type="sldNum" sz="quarter" idx="11"/>
          </p:nvPr>
        </p:nvSpPr>
        <p:spPr/>
        <p:txBody>
          <a:bodyPr/>
          <a:lstStyle/>
          <a:p>
            <a:fld id="{B3284CE9-EFAB-9F4B-868A-1F02DB69B64D}" type="slidenum">
              <a:rPr lang="en-GB" smtClean="0"/>
              <a:pPr/>
              <a:t>‹#›</a:t>
            </a:fld>
            <a:endParaRPr lang="en-GB"/>
          </a:p>
        </p:txBody>
      </p:sp>
      <p:sp>
        <p:nvSpPr>
          <p:cNvPr id="5" name="Date Placeholder 4">
            <a:extLst>
              <a:ext uri="{FF2B5EF4-FFF2-40B4-BE49-F238E27FC236}">
                <a16:creationId xmlns:a16="http://schemas.microsoft.com/office/drawing/2014/main" id="{6053DA86-CA95-7522-B935-642D7A727B94}"/>
              </a:ext>
            </a:extLst>
          </p:cNvPr>
          <p:cNvSpPr>
            <a:spLocks noGrp="1"/>
          </p:cNvSpPr>
          <p:nvPr>
            <p:ph type="dt" sz="half" idx="12"/>
          </p:nvPr>
        </p:nvSpPr>
        <p:spPr/>
        <p:txBody>
          <a:bodyPr/>
          <a:lstStyle/>
          <a:p>
            <a:r>
              <a:rPr lang="en-SE"/>
              <a:t>2023-09-13</a:t>
            </a:r>
            <a:endParaRPr lang="en-GB"/>
          </a:p>
        </p:txBody>
      </p:sp>
    </p:spTree>
    <p:extLst>
      <p:ext uri="{BB962C8B-B14F-4D97-AF65-F5344CB8AC3E}">
        <p14:creationId xmlns:p14="http://schemas.microsoft.com/office/powerpoint/2010/main" val="40284812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itle and Tex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34AE071-5D58-E2ED-345C-A39A66B2A7FE}"/>
              </a:ext>
            </a:extLst>
          </p:cNvPr>
          <p:cNvSpPr>
            <a:spLocks noGrp="1"/>
          </p:cNvSpPr>
          <p:nvPr>
            <p:ph type="pic" sz="quarter" idx="13"/>
          </p:nvPr>
        </p:nvSpPr>
        <p:spPr>
          <a:xfrm>
            <a:off x="5504245" y="1496241"/>
            <a:ext cx="6362858" cy="2434529"/>
          </a:xfrm>
          <a:solidFill>
            <a:schemeClr val="tx1"/>
          </a:solidFill>
          <a:ln w="28575">
            <a:solidFill>
              <a:schemeClr val="bg1">
                <a:lumMod val="75000"/>
              </a:schemeClr>
            </a:solidFill>
          </a:ln>
        </p:spPr>
        <p:txBody>
          <a:bodyPr/>
          <a:lstStyle>
            <a:lvl1pPr marL="0" indent="0">
              <a:buNone/>
              <a:defRPr>
                <a:solidFill>
                  <a:srgbClr val="254061"/>
                </a:solidFill>
              </a:defRPr>
            </a:lvl1pPr>
          </a:lstStyle>
          <a:p>
            <a:endParaRPr lang="en-SE"/>
          </a:p>
        </p:txBody>
      </p:sp>
      <p:sp>
        <p:nvSpPr>
          <p:cNvPr id="16" name="Text Placeholder 15">
            <a:extLst>
              <a:ext uri="{FF2B5EF4-FFF2-40B4-BE49-F238E27FC236}">
                <a16:creationId xmlns:a16="http://schemas.microsoft.com/office/drawing/2014/main" id="{1D1F8B82-6758-8DD6-9439-0A6FF81E4203}"/>
              </a:ext>
            </a:extLst>
          </p:cNvPr>
          <p:cNvSpPr>
            <a:spLocks noGrp="1"/>
          </p:cNvSpPr>
          <p:nvPr>
            <p:ph type="body" sz="quarter" idx="17" hasCustomPrompt="1"/>
          </p:nvPr>
        </p:nvSpPr>
        <p:spPr>
          <a:xfrm>
            <a:off x="400372" y="1496241"/>
            <a:ext cx="5002382" cy="720836"/>
          </a:xfrm>
          <a:solidFill>
            <a:schemeClr val="tx1"/>
          </a:solidFill>
          <a:ln w="28575">
            <a:solidFill>
              <a:schemeClr val="bg1">
                <a:lumMod val="75000"/>
              </a:schemeClr>
            </a:solidFill>
          </a:ln>
        </p:spPr>
        <p:txBody>
          <a:bodyPr>
            <a:normAutofit/>
          </a:bodyPr>
          <a:lstStyle>
            <a:lvl1pPr marL="90488" indent="0">
              <a:buFontTx/>
              <a:buNone/>
              <a:defRPr sz="1200">
                <a:solidFill>
                  <a:srgbClr val="254061"/>
                </a:solidFill>
              </a:defRPr>
            </a:lvl1pPr>
            <a:lvl2pPr marL="609585" indent="0">
              <a:buFontTx/>
              <a:buNone/>
              <a:defRPr/>
            </a:lvl2pPr>
            <a:lvl3pPr marL="1219170" indent="0">
              <a:buFontTx/>
              <a:buNone/>
              <a:defRPr/>
            </a:lvl3pPr>
            <a:lvl4pPr marL="1828755" indent="0">
              <a:buFontTx/>
              <a:buNone/>
              <a:defRPr/>
            </a:lvl4pPr>
            <a:lvl5pPr marL="2438339" indent="0">
              <a:buFontTx/>
              <a:buNone/>
              <a:defRPr/>
            </a:lvl5pPr>
          </a:lstStyle>
          <a:p>
            <a:pPr lvl="0"/>
            <a:r>
              <a:rPr lang="en-US"/>
              <a:t>Write text here!</a:t>
            </a:r>
            <a:endParaRPr lang="en-SE"/>
          </a:p>
        </p:txBody>
      </p:sp>
      <p:sp>
        <p:nvSpPr>
          <p:cNvPr id="17" name="TextBox 16">
            <a:extLst>
              <a:ext uri="{FF2B5EF4-FFF2-40B4-BE49-F238E27FC236}">
                <a16:creationId xmlns:a16="http://schemas.microsoft.com/office/drawing/2014/main" id="{8970F701-B193-8086-890B-33B1CC7745EA}"/>
              </a:ext>
            </a:extLst>
          </p:cNvPr>
          <p:cNvSpPr txBox="1"/>
          <p:nvPr userDrawn="1"/>
        </p:nvSpPr>
        <p:spPr>
          <a:xfrm>
            <a:off x="713152" y="1129798"/>
            <a:ext cx="1223412" cy="369332"/>
          </a:xfrm>
          <a:prstGeom prst="rect">
            <a:avLst/>
          </a:prstGeom>
          <a:noFill/>
        </p:spPr>
        <p:txBody>
          <a:bodyPr wrap="none" rtlCol="0">
            <a:spAutoFit/>
          </a:bodyPr>
          <a:lstStyle/>
          <a:p>
            <a:r>
              <a:rPr lang="en-US" b="1" i="1">
                <a:solidFill>
                  <a:srgbClr val="92D050"/>
                </a:solidFill>
              </a:rPr>
              <a:t>Objective</a:t>
            </a:r>
            <a:endParaRPr lang="en-SE" b="1" i="1">
              <a:solidFill>
                <a:srgbClr val="92D050"/>
              </a:solidFill>
            </a:endParaRPr>
          </a:p>
        </p:txBody>
      </p:sp>
      <p:sp>
        <p:nvSpPr>
          <p:cNvPr id="18" name="Text Placeholder 15">
            <a:extLst>
              <a:ext uri="{FF2B5EF4-FFF2-40B4-BE49-F238E27FC236}">
                <a16:creationId xmlns:a16="http://schemas.microsoft.com/office/drawing/2014/main" id="{9996C699-BFA6-D94F-AFE2-F677BE0CE54D}"/>
              </a:ext>
            </a:extLst>
          </p:cNvPr>
          <p:cNvSpPr>
            <a:spLocks noGrp="1"/>
          </p:cNvSpPr>
          <p:nvPr>
            <p:ph type="body" sz="quarter" idx="18" hasCustomPrompt="1"/>
          </p:nvPr>
        </p:nvSpPr>
        <p:spPr>
          <a:xfrm>
            <a:off x="431800" y="4393568"/>
            <a:ext cx="2830030" cy="2099697"/>
          </a:xfrm>
          <a:solidFill>
            <a:schemeClr val="tx1"/>
          </a:solidFill>
          <a:ln w="28575">
            <a:solidFill>
              <a:schemeClr val="bg1">
                <a:lumMod val="75000"/>
              </a:schemeClr>
            </a:solidFill>
          </a:ln>
        </p:spPr>
        <p:txBody>
          <a:bodyPr>
            <a:normAutofit/>
          </a:bodyPr>
          <a:lstStyle>
            <a:lvl1pPr marL="261938" indent="-171450">
              <a:spcBef>
                <a:spcPts val="0"/>
              </a:spcBef>
              <a:buFont typeface="Wingdings" panose="05000000000000000000" pitchFamily="2" charset="2"/>
              <a:buChar char="§"/>
              <a:defRPr sz="1200">
                <a:solidFill>
                  <a:srgbClr val="254061"/>
                </a:solidFill>
              </a:defRPr>
            </a:lvl1pPr>
            <a:lvl2pPr marL="609585" indent="0">
              <a:buFontTx/>
              <a:buNone/>
              <a:defRPr/>
            </a:lvl2pPr>
            <a:lvl3pPr marL="1219170" indent="0">
              <a:buFontTx/>
              <a:buNone/>
              <a:defRPr/>
            </a:lvl3pPr>
            <a:lvl4pPr marL="1828755" indent="0">
              <a:buFontTx/>
              <a:buNone/>
              <a:defRPr/>
            </a:lvl4pPr>
            <a:lvl5pPr marL="2438339" indent="0">
              <a:buFontTx/>
              <a:buNone/>
              <a:defRPr/>
            </a:lvl5pPr>
          </a:lstStyle>
          <a:p>
            <a:pPr lvl="0"/>
            <a:r>
              <a:rPr lang="en-US"/>
              <a:t>Write text here!</a:t>
            </a:r>
            <a:endParaRPr lang="en-SE"/>
          </a:p>
        </p:txBody>
      </p:sp>
      <p:sp>
        <p:nvSpPr>
          <p:cNvPr id="19" name="TextBox 18">
            <a:extLst>
              <a:ext uri="{FF2B5EF4-FFF2-40B4-BE49-F238E27FC236}">
                <a16:creationId xmlns:a16="http://schemas.microsoft.com/office/drawing/2014/main" id="{61175D5C-4095-8D44-7937-7CD09F7B8124}"/>
              </a:ext>
            </a:extLst>
          </p:cNvPr>
          <p:cNvSpPr txBox="1"/>
          <p:nvPr userDrawn="1"/>
        </p:nvSpPr>
        <p:spPr>
          <a:xfrm>
            <a:off x="713152" y="4024236"/>
            <a:ext cx="2364750" cy="369332"/>
          </a:xfrm>
          <a:prstGeom prst="rect">
            <a:avLst/>
          </a:prstGeom>
          <a:noFill/>
        </p:spPr>
        <p:txBody>
          <a:bodyPr wrap="none" rtlCol="0">
            <a:spAutoFit/>
          </a:bodyPr>
          <a:lstStyle/>
          <a:p>
            <a:r>
              <a:rPr lang="en-US" b="1" i="1">
                <a:solidFill>
                  <a:srgbClr val="92D050"/>
                </a:solidFill>
              </a:rPr>
              <a:t>Expected outcomes</a:t>
            </a:r>
            <a:endParaRPr lang="en-SE" b="1" i="1">
              <a:solidFill>
                <a:srgbClr val="92D050"/>
              </a:solidFill>
            </a:endParaRPr>
          </a:p>
        </p:txBody>
      </p:sp>
      <p:sp>
        <p:nvSpPr>
          <p:cNvPr id="20" name="Text Placeholder 15">
            <a:extLst>
              <a:ext uri="{FF2B5EF4-FFF2-40B4-BE49-F238E27FC236}">
                <a16:creationId xmlns:a16="http://schemas.microsoft.com/office/drawing/2014/main" id="{4D12A504-43DD-E6BA-0E45-CF5F7A6381A0}"/>
              </a:ext>
            </a:extLst>
          </p:cNvPr>
          <p:cNvSpPr>
            <a:spLocks noGrp="1"/>
          </p:cNvSpPr>
          <p:nvPr>
            <p:ph type="body" sz="quarter" idx="19" hasCustomPrompt="1"/>
          </p:nvPr>
        </p:nvSpPr>
        <p:spPr>
          <a:xfrm>
            <a:off x="431800" y="2644947"/>
            <a:ext cx="5002382" cy="1285824"/>
          </a:xfrm>
          <a:solidFill>
            <a:schemeClr val="tx1"/>
          </a:solidFill>
          <a:ln w="28575">
            <a:solidFill>
              <a:schemeClr val="bg1">
                <a:lumMod val="75000"/>
              </a:schemeClr>
            </a:solidFill>
          </a:ln>
        </p:spPr>
        <p:txBody>
          <a:bodyPr>
            <a:normAutofit/>
          </a:bodyPr>
          <a:lstStyle>
            <a:lvl1pPr marL="90488" indent="0">
              <a:buFontTx/>
              <a:buNone/>
              <a:defRPr sz="1200">
                <a:solidFill>
                  <a:srgbClr val="254061"/>
                </a:solidFill>
              </a:defRPr>
            </a:lvl1pPr>
            <a:lvl2pPr marL="609585" indent="0">
              <a:buFontTx/>
              <a:buNone/>
              <a:defRPr/>
            </a:lvl2pPr>
            <a:lvl3pPr marL="1219170" indent="0">
              <a:buFontTx/>
              <a:buNone/>
              <a:defRPr/>
            </a:lvl3pPr>
            <a:lvl4pPr marL="1828755" indent="0">
              <a:buFontTx/>
              <a:buNone/>
              <a:defRPr/>
            </a:lvl4pPr>
            <a:lvl5pPr marL="2438339" indent="0">
              <a:buFontTx/>
              <a:buNone/>
              <a:defRPr/>
            </a:lvl5pPr>
          </a:lstStyle>
          <a:p>
            <a:pPr lvl="0"/>
            <a:r>
              <a:rPr lang="en-US"/>
              <a:t>Write text here!</a:t>
            </a:r>
            <a:endParaRPr lang="en-SE"/>
          </a:p>
        </p:txBody>
      </p:sp>
      <p:sp>
        <p:nvSpPr>
          <p:cNvPr id="21" name="TextBox 20">
            <a:extLst>
              <a:ext uri="{FF2B5EF4-FFF2-40B4-BE49-F238E27FC236}">
                <a16:creationId xmlns:a16="http://schemas.microsoft.com/office/drawing/2014/main" id="{58C1F98E-2230-5D4A-54B4-1B92851F12CD}"/>
              </a:ext>
            </a:extLst>
          </p:cNvPr>
          <p:cNvSpPr txBox="1"/>
          <p:nvPr userDrawn="1"/>
        </p:nvSpPr>
        <p:spPr>
          <a:xfrm>
            <a:off x="713152" y="2275614"/>
            <a:ext cx="1454244" cy="369332"/>
          </a:xfrm>
          <a:prstGeom prst="rect">
            <a:avLst/>
          </a:prstGeom>
          <a:noFill/>
        </p:spPr>
        <p:txBody>
          <a:bodyPr wrap="none" rtlCol="0">
            <a:spAutoFit/>
          </a:bodyPr>
          <a:lstStyle/>
          <a:p>
            <a:r>
              <a:rPr lang="en-US" b="1" i="1">
                <a:solidFill>
                  <a:srgbClr val="92D050"/>
                </a:solidFill>
              </a:rPr>
              <a:t>Description</a:t>
            </a:r>
            <a:endParaRPr lang="en-SE" b="1" i="1">
              <a:solidFill>
                <a:srgbClr val="92D050"/>
              </a:solidFill>
            </a:endParaRPr>
          </a:p>
        </p:txBody>
      </p:sp>
      <p:sp>
        <p:nvSpPr>
          <p:cNvPr id="22" name="Text Placeholder 15">
            <a:extLst>
              <a:ext uri="{FF2B5EF4-FFF2-40B4-BE49-F238E27FC236}">
                <a16:creationId xmlns:a16="http://schemas.microsoft.com/office/drawing/2014/main" id="{01711B5C-CAEC-C12A-B6C7-CA5A18E5E140}"/>
              </a:ext>
            </a:extLst>
          </p:cNvPr>
          <p:cNvSpPr>
            <a:spLocks noGrp="1"/>
          </p:cNvSpPr>
          <p:nvPr>
            <p:ph type="body" sz="quarter" idx="20" hasCustomPrompt="1"/>
          </p:nvPr>
        </p:nvSpPr>
        <p:spPr>
          <a:xfrm>
            <a:off x="5481110" y="4393566"/>
            <a:ext cx="2088000" cy="2099695"/>
          </a:xfrm>
          <a:solidFill>
            <a:schemeClr val="tx1"/>
          </a:solidFill>
          <a:ln w="28575">
            <a:solidFill>
              <a:schemeClr val="bg1">
                <a:lumMod val="75000"/>
              </a:schemeClr>
            </a:solidFill>
          </a:ln>
        </p:spPr>
        <p:txBody>
          <a:bodyPr>
            <a:normAutofit/>
          </a:bodyPr>
          <a:lstStyle>
            <a:lvl1pPr marL="285750" indent="-285750">
              <a:spcBef>
                <a:spcPts val="0"/>
              </a:spcBef>
              <a:buFont typeface="Wingdings" panose="05000000000000000000" pitchFamily="2" charset="2"/>
              <a:buChar char="v"/>
              <a:defRPr lang="en-SE" sz="1200" kern="1200" dirty="0">
                <a:solidFill>
                  <a:srgbClr val="254061"/>
                </a:solidFill>
                <a:latin typeface="+mn-lt"/>
                <a:ea typeface="+mn-ea"/>
                <a:cs typeface="+mn-cs"/>
              </a:defRPr>
            </a:lvl1pPr>
            <a:lvl2pPr marL="609585" indent="0">
              <a:buFontTx/>
              <a:buNone/>
              <a:defRPr/>
            </a:lvl2pPr>
            <a:lvl3pPr marL="1219170" indent="0">
              <a:buFontTx/>
              <a:buNone/>
              <a:defRPr/>
            </a:lvl3pPr>
            <a:lvl4pPr marL="1828755" indent="0">
              <a:buFontTx/>
              <a:buNone/>
              <a:defRPr/>
            </a:lvl4pPr>
            <a:lvl5pPr marL="2438339" indent="0">
              <a:buFontTx/>
              <a:buNone/>
              <a:defRPr/>
            </a:lvl5pPr>
          </a:lstStyle>
          <a:p>
            <a:pPr marL="261938" lvl="0" indent="-171450" algn="l" defTabSz="914400" rtl="0" eaLnBrk="1" fontAlgn="base" latinLnBrk="0" hangingPunct="1">
              <a:lnSpc>
                <a:spcPct val="100000"/>
              </a:lnSpc>
              <a:spcBef>
                <a:spcPts val="1800"/>
              </a:spcBef>
              <a:spcAft>
                <a:spcPct val="0"/>
              </a:spcAft>
              <a:buFont typeface="Wingdings" panose="05000000000000000000" pitchFamily="2" charset="2"/>
              <a:buChar char="§"/>
              <a:tabLst/>
            </a:pPr>
            <a:r>
              <a:rPr lang="en-US"/>
              <a:t>Write text here!</a:t>
            </a:r>
            <a:endParaRPr lang="en-SE"/>
          </a:p>
        </p:txBody>
      </p:sp>
      <p:sp>
        <p:nvSpPr>
          <p:cNvPr id="23" name="TextBox 22">
            <a:extLst>
              <a:ext uri="{FF2B5EF4-FFF2-40B4-BE49-F238E27FC236}">
                <a16:creationId xmlns:a16="http://schemas.microsoft.com/office/drawing/2014/main" id="{E2AEEFE9-0DB5-4CEC-3A34-77D9C36F2ADF}"/>
              </a:ext>
            </a:extLst>
          </p:cNvPr>
          <p:cNvSpPr txBox="1"/>
          <p:nvPr userDrawn="1"/>
        </p:nvSpPr>
        <p:spPr>
          <a:xfrm>
            <a:off x="5830154" y="4024235"/>
            <a:ext cx="1682813" cy="369332"/>
          </a:xfrm>
          <a:prstGeom prst="rect">
            <a:avLst/>
          </a:prstGeom>
          <a:noFill/>
        </p:spPr>
        <p:txBody>
          <a:bodyPr wrap="square" rtlCol="0">
            <a:spAutoFit/>
          </a:bodyPr>
          <a:lstStyle/>
          <a:p>
            <a:r>
              <a:rPr lang="en-US" b="1" i="1">
                <a:solidFill>
                  <a:srgbClr val="92D050"/>
                </a:solidFill>
              </a:rPr>
              <a:t>Tools</a:t>
            </a:r>
            <a:endParaRPr lang="en-SE" b="1" i="1">
              <a:solidFill>
                <a:srgbClr val="92D050"/>
              </a:solidFill>
            </a:endParaRPr>
          </a:p>
        </p:txBody>
      </p:sp>
      <p:sp>
        <p:nvSpPr>
          <p:cNvPr id="26" name="Text Placeholder 15">
            <a:extLst>
              <a:ext uri="{FF2B5EF4-FFF2-40B4-BE49-F238E27FC236}">
                <a16:creationId xmlns:a16="http://schemas.microsoft.com/office/drawing/2014/main" id="{E9B48FF9-352F-66F5-51A1-16F52E9956FF}"/>
              </a:ext>
            </a:extLst>
          </p:cNvPr>
          <p:cNvSpPr>
            <a:spLocks noGrp="1"/>
          </p:cNvSpPr>
          <p:nvPr>
            <p:ph type="body" sz="quarter" idx="22" hasCustomPrompt="1"/>
          </p:nvPr>
        </p:nvSpPr>
        <p:spPr>
          <a:xfrm>
            <a:off x="3327470" y="4393568"/>
            <a:ext cx="2088000" cy="2099696"/>
          </a:xfrm>
          <a:solidFill>
            <a:schemeClr val="tx1"/>
          </a:solidFill>
          <a:ln w="28575">
            <a:solidFill>
              <a:schemeClr val="bg1">
                <a:lumMod val="75000"/>
              </a:schemeClr>
            </a:solidFill>
          </a:ln>
        </p:spPr>
        <p:txBody>
          <a:bodyPr>
            <a:normAutofit/>
          </a:bodyPr>
          <a:lstStyle>
            <a:lvl1pPr marL="0" indent="0">
              <a:spcBef>
                <a:spcPts val="0"/>
              </a:spcBef>
              <a:buFont typeface="+mj-lt"/>
              <a:buNone/>
              <a:defRPr lang="en-SE" sz="1200" kern="1200" dirty="0">
                <a:solidFill>
                  <a:srgbClr val="254061"/>
                </a:solidFill>
                <a:latin typeface="+mn-lt"/>
                <a:ea typeface="+mn-ea"/>
                <a:cs typeface="+mn-cs"/>
              </a:defRPr>
            </a:lvl1pPr>
            <a:lvl2pPr marL="609585" indent="0">
              <a:buFontTx/>
              <a:buNone/>
              <a:defRPr/>
            </a:lvl2pPr>
            <a:lvl3pPr marL="1219170" indent="0">
              <a:buFontTx/>
              <a:buNone/>
              <a:defRPr/>
            </a:lvl3pPr>
            <a:lvl4pPr marL="1828755" indent="0">
              <a:buFontTx/>
              <a:buNone/>
              <a:defRPr/>
            </a:lvl4pPr>
            <a:lvl5pPr marL="2438339" indent="0">
              <a:buFontTx/>
              <a:buNone/>
              <a:defRPr/>
            </a:lvl5pPr>
          </a:lstStyle>
          <a:p>
            <a:pPr marL="261938" lvl="0" indent="-171450" algn="l" defTabSz="914400" rtl="0" eaLnBrk="1" fontAlgn="base" latinLnBrk="0" hangingPunct="1">
              <a:lnSpc>
                <a:spcPct val="100000"/>
              </a:lnSpc>
              <a:spcBef>
                <a:spcPts val="1800"/>
              </a:spcBef>
              <a:spcAft>
                <a:spcPct val="0"/>
              </a:spcAft>
              <a:buFont typeface="Wingdings" panose="05000000000000000000" pitchFamily="2" charset="2"/>
              <a:buChar char="§"/>
              <a:tabLst/>
            </a:pPr>
            <a:r>
              <a:rPr lang="en-US"/>
              <a:t>Write text here!</a:t>
            </a:r>
            <a:endParaRPr lang="en-SE"/>
          </a:p>
        </p:txBody>
      </p:sp>
      <p:sp>
        <p:nvSpPr>
          <p:cNvPr id="27" name="TextBox 26">
            <a:extLst>
              <a:ext uri="{FF2B5EF4-FFF2-40B4-BE49-F238E27FC236}">
                <a16:creationId xmlns:a16="http://schemas.microsoft.com/office/drawing/2014/main" id="{B84BE793-6630-8D22-DD52-71412BE2C074}"/>
              </a:ext>
            </a:extLst>
          </p:cNvPr>
          <p:cNvSpPr txBox="1"/>
          <p:nvPr userDrawn="1"/>
        </p:nvSpPr>
        <p:spPr>
          <a:xfrm>
            <a:off x="3757851" y="4024235"/>
            <a:ext cx="1685077" cy="369332"/>
          </a:xfrm>
          <a:prstGeom prst="rect">
            <a:avLst/>
          </a:prstGeom>
          <a:noFill/>
        </p:spPr>
        <p:txBody>
          <a:bodyPr wrap="none" rtlCol="0">
            <a:spAutoFit/>
          </a:bodyPr>
          <a:lstStyle/>
          <a:p>
            <a:r>
              <a:rPr lang="en-US" b="1" i="1">
                <a:solidFill>
                  <a:srgbClr val="92D050"/>
                </a:solidFill>
              </a:rPr>
              <a:t>Collaborators</a:t>
            </a:r>
            <a:endParaRPr lang="en-SE" b="1" i="1">
              <a:solidFill>
                <a:srgbClr val="92D050"/>
              </a:solidFill>
            </a:endParaRPr>
          </a:p>
        </p:txBody>
      </p:sp>
      <p:pic>
        <p:nvPicPr>
          <p:cNvPr id="28" name="Graphic 27" descr="Target with solid fill">
            <a:extLst>
              <a:ext uri="{FF2B5EF4-FFF2-40B4-BE49-F238E27FC236}">
                <a16:creationId xmlns:a16="http://schemas.microsoft.com/office/drawing/2014/main" id="{52E3E896-BFD7-1005-50DE-28E879C5C4C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8973" y="1109159"/>
            <a:ext cx="388255" cy="388255"/>
          </a:xfrm>
          <a:prstGeom prst="rect">
            <a:avLst/>
          </a:prstGeom>
        </p:spPr>
      </p:pic>
      <p:pic>
        <p:nvPicPr>
          <p:cNvPr id="29" name="Graphic 28" descr="Users with solid fill">
            <a:extLst>
              <a:ext uri="{FF2B5EF4-FFF2-40B4-BE49-F238E27FC236}">
                <a16:creationId xmlns:a16="http://schemas.microsoft.com/office/drawing/2014/main" id="{62FD7CC9-94DA-2FAA-934E-D2CE019A1D4A}"/>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336673" y="3940131"/>
            <a:ext cx="525712" cy="525712"/>
          </a:xfrm>
          <a:prstGeom prst="rect">
            <a:avLst/>
          </a:prstGeom>
        </p:spPr>
      </p:pic>
      <p:pic>
        <p:nvPicPr>
          <p:cNvPr id="30" name="Graphic 29" descr="Blog with solid fill">
            <a:extLst>
              <a:ext uri="{FF2B5EF4-FFF2-40B4-BE49-F238E27FC236}">
                <a16:creationId xmlns:a16="http://schemas.microsoft.com/office/drawing/2014/main" id="{53CA10CC-7CE6-6597-19A6-F62C6C8AD164}"/>
              </a:ext>
            </a:extLst>
          </p:cNvPr>
          <p:cNvPicPr>
            <a:picLocks noChangeAspect="1"/>
          </p:cNvPicPr>
          <p:nvPr userDrawn="1"/>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37848" y="2280300"/>
            <a:ext cx="369332" cy="369332"/>
          </a:xfrm>
          <a:prstGeom prst="rect">
            <a:avLst/>
          </a:prstGeom>
        </p:spPr>
      </p:pic>
      <p:sp>
        <p:nvSpPr>
          <p:cNvPr id="33" name="Date Placeholder 32">
            <a:extLst>
              <a:ext uri="{FF2B5EF4-FFF2-40B4-BE49-F238E27FC236}">
                <a16:creationId xmlns:a16="http://schemas.microsoft.com/office/drawing/2014/main" id="{CACE5E00-2BC6-B5E9-DD18-01084760AEA2}"/>
              </a:ext>
            </a:extLst>
          </p:cNvPr>
          <p:cNvSpPr>
            <a:spLocks noGrp="1"/>
          </p:cNvSpPr>
          <p:nvPr>
            <p:ph type="dt" sz="half" idx="23"/>
          </p:nvPr>
        </p:nvSpPr>
        <p:spPr/>
        <p:txBody>
          <a:bodyPr/>
          <a:lstStyle/>
          <a:p>
            <a:r>
              <a:rPr lang="en-SE"/>
              <a:t>2023-09-13</a:t>
            </a:r>
            <a:endParaRPr lang="en-GB"/>
          </a:p>
        </p:txBody>
      </p:sp>
      <p:sp>
        <p:nvSpPr>
          <p:cNvPr id="34" name="Footer Placeholder 33">
            <a:extLst>
              <a:ext uri="{FF2B5EF4-FFF2-40B4-BE49-F238E27FC236}">
                <a16:creationId xmlns:a16="http://schemas.microsoft.com/office/drawing/2014/main" id="{19B93B22-63FE-014F-2DB1-02A275DB255E}"/>
              </a:ext>
            </a:extLst>
          </p:cNvPr>
          <p:cNvSpPr>
            <a:spLocks noGrp="1"/>
          </p:cNvSpPr>
          <p:nvPr>
            <p:ph type="ftr" sz="quarter" idx="24"/>
          </p:nvPr>
        </p:nvSpPr>
        <p:spPr/>
        <p:txBody>
          <a:bodyPr/>
          <a:lstStyle/>
          <a:p>
            <a:r>
              <a:rPr lang="en-GB"/>
              <a:t>[ramin.karim@ltu.se]</a:t>
            </a:r>
          </a:p>
        </p:txBody>
      </p:sp>
      <p:sp>
        <p:nvSpPr>
          <p:cNvPr id="35" name="Slide Number Placeholder 34">
            <a:extLst>
              <a:ext uri="{FF2B5EF4-FFF2-40B4-BE49-F238E27FC236}">
                <a16:creationId xmlns:a16="http://schemas.microsoft.com/office/drawing/2014/main" id="{D05A7C64-B4B6-8162-657E-CD32B5A625F1}"/>
              </a:ext>
            </a:extLst>
          </p:cNvPr>
          <p:cNvSpPr>
            <a:spLocks noGrp="1"/>
          </p:cNvSpPr>
          <p:nvPr>
            <p:ph type="sldNum" sz="quarter" idx="25"/>
          </p:nvPr>
        </p:nvSpPr>
        <p:spPr/>
        <p:txBody>
          <a:bodyPr/>
          <a:lstStyle/>
          <a:p>
            <a:fld id="{C74D31C4-BFD3-4A1A-8760-683403EFE08F}" type="slidenum">
              <a:rPr lang="en-GB" smtClean="0"/>
              <a:t>‹#›</a:t>
            </a:fld>
            <a:endParaRPr lang="en-GB"/>
          </a:p>
        </p:txBody>
      </p:sp>
      <p:sp>
        <p:nvSpPr>
          <p:cNvPr id="2" name="Text Placeholder 15">
            <a:extLst>
              <a:ext uri="{FF2B5EF4-FFF2-40B4-BE49-F238E27FC236}">
                <a16:creationId xmlns:a16="http://schemas.microsoft.com/office/drawing/2014/main" id="{FE4E66C9-34C8-4577-EC09-B817CD6A0BA5}"/>
              </a:ext>
            </a:extLst>
          </p:cNvPr>
          <p:cNvSpPr>
            <a:spLocks noGrp="1"/>
          </p:cNvSpPr>
          <p:nvPr>
            <p:ph type="body" sz="quarter" idx="26" hasCustomPrompt="1"/>
          </p:nvPr>
        </p:nvSpPr>
        <p:spPr>
          <a:xfrm>
            <a:off x="7634750" y="4393566"/>
            <a:ext cx="2088000" cy="2099695"/>
          </a:xfrm>
          <a:solidFill>
            <a:schemeClr val="tx1"/>
          </a:solidFill>
          <a:ln w="28575">
            <a:solidFill>
              <a:schemeClr val="bg1">
                <a:lumMod val="75000"/>
              </a:schemeClr>
            </a:solidFill>
          </a:ln>
        </p:spPr>
        <p:txBody>
          <a:bodyPr>
            <a:normAutofit/>
          </a:bodyPr>
          <a:lstStyle>
            <a:lvl1pPr marL="285750" indent="-285750">
              <a:spcBef>
                <a:spcPts val="0"/>
              </a:spcBef>
              <a:buFont typeface="Wingdings" panose="05000000000000000000" pitchFamily="2" charset="2"/>
              <a:buChar char="v"/>
              <a:defRPr lang="en-SE" sz="1200" kern="1200" dirty="0">
                <a:solidFill>
                  <a:srgbClr val="254061"/>
                </a:solidFill>
                <a:latin typeface="+mn-lt"/>
                <a:ea typeface="+mn-ea"/>
                <a:cs typeface="+mn-cs"/>
              </a:defRPr>
            </a:lvl1pPr>
            <a:lvl2pPr marL="609585" indent="0">
              <a:buFontTx/>
              <a:buNone/>
              <a:defRPr/>
            </a:lvl2pPr>
            <a:lvl3pPr marL="1219170" indent="0">
              <a:buFontTx/>
              <a:buNone/>
              <a:defRPr/>
            </a:lvl3pPr>
            <a:lvl4pPr marL="1828755" indent="0">
              <a:buFontTx/>
              <a:buNone/>
              <a:defRPr/>
            </a:lvl4pPr>
            <a:lvl5pPr marL="2438339" indent="0">
              <a:buFontTx/>
              <a:buNone/>
              <a:defRPr/>
            </a:lvl5pPr>
          </a:lstStyle>
          <a:p>
            <a:pPr marL="261938" lvl="0" indent="-171450" algn="l" defTabSz="914400" rtl="0" eaLnBrk="1" fontAlgn="base" latinLnBrk="0" hangingPunct="1">
              <a:lnSpc>
                <a:spcPct val="100000"/>
              </a:lnSpc>
              <a:spcBef>
                <a:spcPts val="1800"/>
              </a:spcBef>
              <a:spcAft>
                <a:spcPct val="0"/>
              </a:spcAft>
              <a:buFont typeface="Wingdings" panose="05000000000000000000" pitchFamily="2" charset="2"/>
              <a:buChar char="§"/>
              <a:tabLst/>
            </a:pPr>
            <a:r>
              <a:rPr lang="en-US"/>
              <a:t>Write text here!</a:t>
            </a:r>
            <a:endParaRPr lang="en-SE"/>
          </a:p>
        </p:txBody>
      </p:sp>
      <p:sp>
        <p:nvSpPr>
          <p:cNvPr id="3" name="TextBox 2">
            <a:extLst>
              <a:ext uri="{FF2B5EF4-FFF2-40B4-BE49-F238E27FC236}">
                <a16:creationId xmlns:a16="http://schemas.microsoft.com/office/drawing/2014/main" id="{47775BE6-8845-1768-1693-EBDA7A4C5901}"/>
              </a:ext>
            </a:extLst>
          </p:cNvPr>
          <p:cNvSpPr txBox="1"/>
          <p:nvPr userDrawn="1"/>
        </p:nvSpPr>
        <p:spPr>
          <a:xfrm>
            <a:off x="7926047" y="4024235"/>
            <a:ext cx="1751374" cy="369332"/>
          </a:xfrm>
          <a:prstGeom prst="rect">
            <a:avLst/>
          </a:prstGeom>
          <a:noFill/>
        </p:spPr>
        <p:txBody>
          <a:bodyPr wrap="square" rtlCol="0">
            <a:spAutoFit/>
          </a:bodyPr>
          <a:lstStyle/>
          <a:p>
            <a:r>
              <a:rPr lang="en-US" b="1" i="1">
                <a:solidFill>
                  <a:srgbClr val="92D050"/>
                </a:solidFill>
              </a:rPr>
              <a:t>Dissemination</a:t>
            </a:r>
            <a:endParaRPr lang="en-SE" b="1" i="1">
              <a:solidFill>
                <a:srgbClr val="92D050"/>
              </a:solidFill>
            </a:endParaRPr>
          </a:p>
        </p:txBody>
      </p:sp>
      <p:pic>
        <p:nvPicPr>
          <p:cNvPr id="6" name="Graphic 5" descr="Decision chart with solid fill">
            <a:extLst>
              <a:ext uri="{FF2B5EF4-FFF2-40B4-BE49-F238E27FC236}">
                <a16:creationId xmlns:a16="http://schemas.microsoft.com/office/drawing/2014/main" id="{1F2E441B-D7D2-EF28-B7E4-6641C98585F8}"/>
              </a:ext>
            </a:extLst>
          </p:cNvPr>
          <p:cNvPicPr>
            <a:picLocks noChangeAspect="1"/>
          </p:cNvPicPr>
          <p:nvPr userDrawn="1"/>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95312" y="3968042"/>
            <a:ext cx="388255" cy="388255"/>
          </a:xfrm>
          <a:prstGeom prst="rect">
            <a:avLst/>
          </a:prstGeom>
        </p:spPr>
      </p:pic>
      <p:pic>
        <p:nvPicPr>
          <p:cNvPr id="9" name="Graphic 8" descr="Gears with solid fill">
            <a:extLst>
              <a:ext uri="{FF2B5EF4-FFF2-40B4-BE49-F238E27FC236}">
                <a16:creationId xmlns:a16="http://schemas.microsoft.com/office/drawing/2014/main" id="{BD4C2F39-2580-86CD-4516-FCD730148129}"/>
              </a:ext>
            </a:extLst>
          </p:cNvPr>
          <p:cNvPicPr>
            <a:picLocks noChangeAspect="1"/>
          </p:cNvPicPr>
          <p:nvPr userDrawn="1"/>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449470" y="3992416"/>
            <a:ext cx="404339" cy="404339"/>
          </a:xfrm>
          <a:prstGeom prst="rect">
            <a:avLst/>
          </a:prstGeom>
        </p:spPr>
      </p:pic>
      <p:pic>
        <p:nvPicPr>
          <p:cNvPr id="11" name="Graphic 10" descr="Books with solid fill">
            <a:extLst>
              <a:ext uri="{FF2B5EF4-FFF2-40B4-BE49-F238E27FC236}">
                <a16:creationId xmlns:a16="http://schemas.microsoft.com/office/drawing/2014/main" id="{26D3A993-6793-BAD3-502B-65291C0958E7}"/>
              </a:ext>
            </a:extLst>
          </p:cNvPr>
          <p:cNvPicPr>
            <a:picLocks noChangeAspect="1"/>
          </p:cNvPicPr>
          <p:nvPr userDrawn="1"/>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603780" y="4025777"/>
            <a:ext cx="354419" cy="354419"/>
          </a:xfrm>
          <a:prstGeom prst="rect">
            <a:avLst/>
          </a:prstGeom>
        </p:spPr>
      </p:pic>
      <p:sp>
        <p:nvSpPr>
          <p:cNvPr id="13" name="TextBox 12">
            <a:extLst>
              <a:ext uri="{FF2B5EF4-FFF2-40B4-BE49-F238E27FC236}">
                <a16:creationId xmlns:a16="http://schemas.microsoft.com/office/drawing/2014/main" id="{709F2974-C213-4827-8C46-0DB5058FE5FE}"/>
              </a:ext>
            </a:extLst>
          </p:cNvPr>
          <p:cNvSpPr txBox="1"/>
          <p:nvPr userDrawn="1"/>
        </p:nvSpPr>
        <p:spPr>
          <a:xfrm>
            <a:off x="10074531" y="4024235"/>
            <a:ext cx="1751374" cy="369332"/>
          </a:xfrm>
          <a:prstGeom prst="rect">
            <a:avLst/>
          </a:prstGeom>
          <a:noFill/>
        </p:spPr>
        <p:txBody>
          <a:bodyPr wrap="square" rtlCol="0">
            <a:spAutoFit/>
          </a:bodyPr>
          <a:lstStyle/>
          <a:p>
            <a:r>
              <a:rPr lang="en-US" b="1" i="1">
                <a:solidFill>
                  <a:srgbClr val="92D050"/>
                </a:solidFill>
              </a:rPr>
              <a:t>Facts</a:t>
            </a:r>
            <a:endParaRPr lang="en-SE" b="1" i="1">
              <a:solidFill>
                <a:srgbClr val="92D050"/>
              </a:solidFill>
            </a:endParaRPr>
          </a:p>
        </p:txBody>
      </p:sp>
      <p:pic>
        <p:nvPicPr>
          <p:cNvPr id="24" name="Graphic 23" descr="Binary with solid fill">
            <a:extLst>
              <a:ext uri="{FF2B5EF4-FFF2-40B4-BE49-F238E27FC236}">
                <a16:creationId xmlns:a16="http://schemas.microsoft.com/office/drawing/2014/main" id="{07651D7E-AB89-DA13-B238-FA14CE9BD90F}"/>
              </a:ext>
            </a:extLst>
          </p:cNvPr>
          <p:cNvPicPr>
            <a:picLocks noChangeAspect="1"/>
          </p:cNvPicPr>
          <p:nvPr userDrawn="1"/>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764472" y="4024234"/>
            <a:ext cx="354419" cy="354419"/>
          </a:xfrm>
          <a:prstGeom prst="rect">
            <a:avLst/>
          </a:prstGeom>
        </p:spPr>
      </p:pic>
      <p:sp>
        <p:nvSpPr>
          <p:cNvPr id="4" name="Title 3">
            <a:extLst>
              <a:ext uri="{FF2B5EF4-FFF2-40B4-BE49-F238E27FC236}">
                <a16:creationId xmlns:a16="http://schemas.microsoft.com/office/drawing/2014/main" id="{177145B2-B108-0F09-E9E1-514EB11B242F}"/>
              </a:ext>
            </a:extLst>
          </p:cNvPr>
          <p:cNvSpPr>
            <a:spLocks noGrp="1"/>
          </p:cNvSpPr>
          <p:nvPr>
            <p:ph type="title"/>
          </p:nvPr>
        </p:nvSpPr>
        <p:spPr/>
        <p:txBody>
          <a:bodyPr/>
          <a:lstStyle/>
          <a:p>
            <a:r>
              <a:rPr lang="en-US"/>
              <a:t>Click to edit Master title style</a:t>
            </a:r>
            <a:endParaRPr lang="en-SE"/>
          </a:p>
        </p:txBody>
      </p:sp>
      <p:sp>
        <p:nvSpPr>
          <p:cNvPr id="5" name="Text Placeholder 15">
            <a:extLst>
              <a:ext uri="{FF2B5EF4-FFF2-40B4-BE49-F238E27FC236}">
                <a16:creationId xmlns:a16="http://schemas.microsoft.com/office/drawing/2014/main" id="{A06A36FC-B8C7-3138-906D-75893995A74B}"/>
              </a:ext>
            </a:extLst>
          </p:cNvPr>
          <p:cNvSpPr>
            <a:spLocks noGrp="1"/>
          </p:cNvSpPr>
          <p:nvPr>
            <p:ph type="body" sz="quarter" idx="27" hasCustomPrompt="1"/>
          </p:nvPr>
        </p:nvSpPr>
        <p:spPr>
          <a:xfrm>
            <a:off x="9791546" y="4387618"/>
            <a:ext cx="2088000" cy="2099695"/>
          </a:xfrm>
          <a:solidFill>
            <a:schemeClr val="tx1"/>
          </a:solidFill>
          <a:ln w="28575">
            <a:solidFill>
              <a:schemeClr val="bg1">
                <a:lumMod val="75000"/>
              </a:schemeClr>
            </a:solidFill>
          </a:ln>
        </p:spPr>
        <p:txBody>
          <a:bodyPr>
            <a:normAutofit/>
          </a:bodyPr>
          <a:lstStyle>
            <a:lvl1pPr marL="285750" indent="-285750">
              <a:spcBef>
                <a:spcPts val="0"/>
              </a:spcBef>
              <a:buFont typeface="Wingdings" panose="05000000000000000000" pitchFamily="2" charset="2"/>
              <a:buChar char="v"/>
              <a:defRPr lang="en-SE" sz="1200" kern="1200" dirty="0">
                <a:solidFill>
                  <a:srgbClr val="254061"/>
                </a:solidFill>
                <a:latin typeface="+mn-lt"/>
                <a:ea typeface="+mn-ea"/>
                <a:cs typeface="+mn-cs"/>
              </a:defRPr>
            </a:lvl1pPr>
            <a:lvl2pPr marL="609585" indent="0">
              <a:buFontTx/>
              <a:buNone/>
              <a:defRPr/>
            </a:lvl2pPr>
            <a:lvl3pPr marL="1219170" indent="0">
              <a:buFontTx/>
              <a:buNone/>
              <a:defRPr/>
            </a:lvl3pPr>
            <a:lvl4pPr marL="1828755" indent="0">
              <a:buFontTx/>
              <a:buNone/>
              <a:defRPr/>
            </a:lvl4pPr>
            <a:lvl5pPr marL="2438339" indent="0">
              <a:buFontTx/>
              <a:buNone/>
              <a:defRPr/>
            </a:lvl5pPr>
          </a:lstStyle>
          <a:p>
            <a:pPr marL="261938" lvl="0" indent="-171450" algn="l" defTabSz="914400" rtl="0" eaLnBrk="1" fontAlgn="base" latinLnBrk="0" hangingPunct="1">
              <a:lnSpc>
                <a:spcPct val="100000"/>
              </a:lnSpc>
              <a:spcBef>
                <a:spcPts val="1800"/>
              </a:spcBef>
              <a:spcAft>
                <a:spcPct val="0"/>
              </a:spcAft>
              <a:buFont typeface="Wingdings" panose="05000000000000000000" pitchFamily="2" charset="2"/>
              <a:buChar char="§"/>
              <a:tabLst/>
            </a:pPr>
            <a:r>
              <a:rPr lang="en-US"/>
              <a:t>Write text here!</a:t>
            </a:r>
            <a:endParaRPr lang="en-SE"/>
          </a:p>
        </p:txBody>
      </p:sp>
    </p:spTree>
    <p:extLst>
      <p:ext uri="{BB962C8B-B14F-4D97-AF65-F5344CB8AC3E}">
        <p14:creationId xmlns:p14="http://schemas.microsoft.com/office/powerpoint/2010/main" val="127628111"/>
      </p:ext>
    </p:extLst>
  </p:cSld>
  <p:clrMapOvr>
    <a:masterClrMapping/>
  </p:clrMapOvr>
  <p:extLst>
    <p:ext uri="{DCECCB84-F9BA-43D5-87BE-67443E8EF086}">
      <p15:sldGuideLst xmlns:p15="http://schemas.microsoft.com/office/powerpoint/2012/main">
        <p15:guide id="1" pos="204">
          <p15:clr>
            <a:srgbClr val="FBAE40"/>
          </p15:clr>
        </p15:guide>
        <p15:guide id="2" pos="555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image" Target="../media/image1.png"/><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CC14B8-2415-DB0B-0454-B01FDB2F73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E"/>
          </a:p>
        </p:txBody>
      </p:sp>
      <p:sp>
        <p:nvSpPr>
          <p:cNvPr id="3" name="Text Placeholder 2">
            <a:extLst>
              <a:ext uri="{FF2B5EF4-FFF2-40B4-BE49-F238E27FC236}">
                <a16:creationId xmlns:a16="http://schemas.microsoft.com/office/drawing/2014/main" id="{67422C6E-5CD1-AC00-6973-0FDF3E0520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Date Placeholder 3">
            <a:extLst>
              <a:ext uri="{FF2B5EF4-FFF2-40B4-BE49-F238E27FC236}">
                <a16:creationId xmlns:a16="http://schemas.microsoft.com/office/drawing/2014/main" id="{C788067D-AD3F-B664-61A8-7C73C8D3D9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EBD5B59-E80F-4EEC-BA8E-A3F204D5F4C4}" type="datetimeFigureOut">
              <a:rPr lang="en-SE" smtClean="0"/>
              <a:t>2025-07-07</a:t>
            </a:fld>
            <a:endParaRPr lang="en-SE"/>
          </a:p>
        </p:txBody>
      </p:sp>
      <p:sp>
        <p:nvSpPr>
          <p:cNvPr id="5" name="Footer Placeholder 4">
            <a:extLst>
              <a:ext uri="{FF2B5EF4-FFF2-40B4-BE49-F238E27FC236}">
                <a16:creationId xmlns:a16="http://schemas.microsoft.com/office/drawing/2014/main" id="{DA123A24-6FD2-68D8-A0E1-81EE50C4F8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E"/>
          </a:p>
        </p:txBody>
      </p:sp>
      <p:sp>
        <p:nvSpPr>
          <p:cNvPr id="6" name="Slide Number Placeholder 5">
            <a:extLst>
              <a:ext uri="{FF2B5EF4-FFF2-40B4-BE49-F238E27FC236}">
                <a16:creationId xmlns:a16="http://schemas.microsoft.com/office/drawing/2014/main" id="{E872A556-943E-EC45-314B-6951AF3E00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FBDE80E-AB69-4774-BB8A-5410CF043187}" type="slidenum">
              <a:rPr lang="en-SE" smtClean="0"/>
              <a:t>‹#›</a:t>
            </a:fld>
            <a:endParaRPr lang="en-SE"/>
          </a:p>
        </p:txBody>
      </p:sp>
    </p:spTree>
    <p:extLst>
      <p:ext uri="{BB962C8B-B14F-4D97-AF65-F5344CB8AC3E}">
        <p14:creationId xmlns:p14="http://schemas.microsoft.com/office/powerpoint/2010/main" val="3929514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32040"/>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FA5020B-988D-B10A-7338-7B28C7F28A12}"/>
              </a:ext>
            </a:extLst>
          </p:cNvPr>
          <p:cNvSpPr/>
          <p:nvPr/>
        </p:nvSpPr>
        <p:spPr>
          <a:xfrm>
            <a:off x="-2168" y="6522640"/>
            <a:ext cx="12204000" cy="351402"/>
          </a:xfrm>
          <a:prstGeom prst="rect">
            <a:avLst/>
          </a:prstGeom>
          <a:solidFill>
            <a:srgbClr val="FFFFFF"/>
          </a:solidFill>
          <a:ln w="19050" cap="flat" cmpd="sng" algn="ctr">
            <a:noFill/>
            <a:prstDash val="solid"/>
          </a:ln>
          <a:effectLst/>
        </p:spPr>
        <p:txBody>
          <a:bodyPr rtlCol="0" anchor="ctr"/>
          <a:lstStyle/>
          <a:p>
            <a:pPr marL="0" marR="0" lvl="0" indent="0" algn="l" defTabSz="457200" eaLnBrk="1" fontAlgn="base" latinLnBrk="0" hangingPunct="1">
              <a:lnSpc>
                <a:spcPct val="100000"/>
              </a:lnSpc>
              <a:spcBef>
                <a:spcPct val="0"/>
              </a:spcBef>
              <a:spcAft>
                <a:spcPct val="0"/>
              </a:spcAft>
              <a:buClrTx/>
              <a:buSzTx/>
              <a:buFontTx/>
              <a:buNone/>
              <a:tabLst/>
              <a:defRPr/>
            </a:pPr>
            <a:r>
              <a:rPr kumimoji="0" lang="en-GB" sz="900" b="1" i="0" u="none" strike="noStrike" kern="0" cap="none" spc="300" normalizeH="0" baseline="0" noProof="0">
                <a:ln>
                  <a:noFill/>
                </a:ln>
                <a:solidFill>
                  <a:schemeClr val="bg2"/>
                </a:solidFill>
                <a:effectLst/>
                <a:uLnTx/>
                <a:uFillTx/>
                <a:latin typeface="Arial" panose="020B0604020202020204" pitchFamily="34" charset="0"/>
                <a:ea typeface="+mn-ea"/>
                <a:cs typeface="Arial" panose="020B0604020202020204" pitchFamily="34" charset="0"/>
              </a:rPr>
              <a:t>   LULEÅ UNIVERSITY OF TECHNOLOGY</a:t>
            </a:r>
          </a:p>
        </p:txBody>
      </p:sp>
      <p:sp>
        <p:nvSpPr>
          <p:cNvPr id="2" name="Title Placeholder 1">
            <a:extLst>
              <a:ext uri="{FF2B5EF4-FFF2-40B4-BE49-F238E27FC236}">
                <a16:creationId xmlns:a16="http://schemas.microsoft.com/office/drawing/2014/main" id="{C0B63CBA-E7D3-DEEC-77A3-9B5272945B43}"/>
              </a:ext>
            </a:extLst>
          </p:cNvPr>
          <p:cNvSpPr>
            <a:spLocks noGrp="1"/>
          </p:cNvSpPr>
          <p:nvPr>
            <p:ph type="title"/>
          </p:nvPr>
        </p:nvSpPr>
        <p:spPr>
          <a:xfrm>
            <a:off x="557963" y="260350"/>
            <a:ext cx="9138488" cy="936625"/>
          </a:xfrm>
          <a:prstGeom prst="rect">
            <a:avLst/>
          </a:prstGeom>
        </p:spPr>
        <p:txBody>
          <a:bodyPr vert="horz" lIns="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C932D79-78EE-7521-33FF-315E01EA7FBB}"/>
              </a:ext>
            </a:extLst>
          </p:cNvPr>
          <p:cNvSpPr>
            <a:spLocks noGrp="1"/>
          </p:cNvSpPr>
          <p:nvPr>
            <p:ph type="body" idx="1"/>
          </p:nvPr>
        </p:nvSpPr>
        <p:spPr>
          <a:xfrm>
            <a:off x="557962" y="1275711"/>
            <a:ext cx="11080002" cy="4958402"/>
          </a:xfrm>
          <a:prstGeom prst="rect">
            <a:avLst/>
          </a:prstGeom>
        </p:spPr>
        <p:txBody>
          <a:bodyPr vert="horz" lIns="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Footer Placeholder 4">
            <a:extLst>
              <a:ext uri="{FF2B5EF4-FFF2-40B4-BE49-F238E27FC236}">
                <a16:creationId xmlns:a16="http://schemas.microsoft.com/office/drawing/2014/main" id="{43A25039-55C8-CA28-2435-D5FD1CF1DDD0}"/>
              </a:ext>
            </a:extLst>
          </p:cNvPr>
          <p:cNvSpPr>
            <a:spLocks noGrp="1"/>
          </p:cNvSpPr>
          <p:nvPr>
            <p:ph type="ftr" sz="quarter" idx="3"/>
          </p:nvPr>
        </p:nvSpPr>
        <p:spPr>
          <a:xfrm>
            <a:off x="3701328" y="6512331"/>
            <a:ext cx="7600085" cy="365125"/>
          </a:xfrm>
          <a:prstGeom prst="rect">
            <a:avLst/>
          </a:prstGeom>
        </p:spPr>
        <p:txBody>
          <a:bodyPr vert="horz" lIns="91440" tIns="45720" rIns="91440" bIns="45720" rtlCol="0" anchor="ctr"/>
          <a:lstStyle>
            <a:lvl1pPr algn="l">
              <a:defRPr sz="900" spc="300">
                <a:solidFill>
                  <a:srgbClr val="88A5BD"/>
                </a:solidFill>
              </a:defRPr>
            </a:lvl1pPr>
          </a:lstStyle>
          <a:p>
            <a:r>
              <a:rPr lang="en-GB"/>
              <a:t>[ramin.karim@ltu.se]</a:t>
            </a:r>
          </a:p>
        </p:txBody>
      </p:sp>
      <p:sp>
        <p:nvSpPr>
          <p:cNvPr id="10" name="Slide Number Placeholder 5">
            <a:extLst>
              <a:ext uri="{FF2B5EF4-FFF2-40B4-BE49-F238E27FC236}">
                <a16:creationId xmlns:a16="http://schemas.microsoft.com/office/drawing/2014/main" id="{39A5DECB-4B3B-362A-EDB1-3F4BD2A3542E}"/>
              </a:ext>
            </a:extLst>
          </p:cNvPr>
          <p:cNvSpPr>
            <a:spLocks noGrp="1"/>
          </p:cNvSpPr>
          <p:nvPr>
            <p:ph type="sldNum" sz="quarter" idx="4"/>
          </p:nvPr>
        </p:nvSpPr>
        <p:spPr>
          <a:xfrm>
            <a:off x="11641138" y="6508749"/>
            <a:ext cx="550862" cy="365125"/>
          </a:xfrm>
          <a:prstGeom prst="rect">
            <a:avLst/>
          </a:prstGeom>
        </p:spPr>
        <p:txBody>
          <a:bodyPr vert="horz" lIns="91440" tIns="45720" rIns="91440" bIns="45720" rtlCol="0" anchor="ctr"/>
          <a:lstStyle>
            <a:lvl1pPr algn="ctr">
              <a:defRPr sz="900">
                <a:solidFill>
                  <a:srgbClr val="88A5BD"/>
                </a:solidFill>
              </a:defRPr>
            </a:lvl1pPr>
          </a:lstStyle>
          <a:p>
            <a:fld id="{B3284CE9-EFAB-9F4B-868A-1F02DB69B64D}" type="slidenum">
              <a:rPr lang="en-GB" smtClean="0"/>
              <a:pPr/>
              <a:t>‹#›</a:t>
            </a:fld>
            <a:endParaRPr lang="en-GB"/>
          </a:p>
        </p:txBody>
      </p:sp>
      <p:sp>
        <p:nvSpPr>
          <p:cNvPr id="11" name="Date Placeholder 8">
            <a:extLst>
              <a:ext uri="{FF2B5EF4-FFF2-40B4-BE49-F238E27FC236}">
                <a16:creationId xmlns:a16="http://schemas.microsoft.com/office/drawing/2014/main" id="{ADAFCC16-DC0F-6B28-C0B1-2D9CA92B250A}"/>
              </a:ext>
            </a:extLst>
          </p:cNvPr>
          <p:cNvSpPr>
            <a:spLocks noGrp="1"/>
          </p:cNvSpPr>
          <p:nvPr>
            <p:ph type="dt" sz="half" idx="2"/>
          </p:nvPr>
        </p:nvSpPr>
        <p:spPr>
          <a:xfrm>
            <a:off x="9532318" y="6506991"/>
            <a:ext cx="1138665" cy="365125"/>
          </a:xfrm>
          <a:prstGeom prst="rect">
            <a:avLst/>
          </a:prstGeom>
        </p:spPr>
        <p:txBody>
          <a:bodyPr vert="horz" lIns="91440" tIns="45720" rIns="91440" bIns="45720" rtlCol="0" anchor="ctr"/>
          <a:lstStyle>
            <a:lvl1pPr algn="r">
              <a:defRPr sz="900">
                <a:solidFill>
                  <a:srgbClr val="88A5BD"/>
                </a:solidFill>
              </a:defRPr>
            </a:lvl1pPr>
          </a:lstStyle>
          <a:p>
            <a:r>
              <a:rPr lang="en-SE"/>
              <a:t>2023-09-13</a:t>
            </a:r>
            <a:endParaRPr lang="en-GB"/>
          </a:p>
        </p:txBody>
      </p:sp>
      <p:pic>
        <p:nvPicPr>
          <p:cNvPr id="4" name="Picture 3" descr="A picture containing drawing&#10;&#10;Description automatically generated">
            <a:extLst>
              <a:ext uri="{FF2B5EF4-FFF2-40B4-BE49-F238E27FC236}">
                <a16:creationId xmlns:a16="http://schemas.microsoft.com/office/drawing/2014/main" id="{56268E37-6D7F-3C19-B595-0EBE2A980788}"/>
              </a:ext>
            </a:extLst>
          </p:cNvPr>
          <p:cNvPicPr>
            <a:picLocks noChangeAspect="1"/>
          </p:cNvPicPr>
          <p:nvPr userDrawn="1"/>
        </p:nvPicPr>
        <p:blipFill>
          <a:blip r:embed="rId32" cstate="print">
            <a:alphaModFix/>
            <a:extLst>
              <a:ext uri="{28A0092B-C50C-407E-A947-70E740481C1C}">
                <a14:useLocalDpi xmlns:a14="http://schemas.microsoft.com/office/drawing/2010/main" val="0"/>
              </a:ext>
            </a:extLst>
          </a:blip>
          <a:stretch>
            <a:fillRect/>
          </a:stretch>
        </p:blipFill>
        <p:spPr>
          <a:xfrm>
            <a:off x="11319419" y="-27432"/>
            <a:ext cx="800453" cy="786384"/>
          </a:xfrm>
          <a:prstGeom prst="rect">
            <a:avLst/>
          </a:prstGeom>
        </p:spPr>
      </p:pic>
    </p:spTree>
    <p:extLst>
      <p:ext uri="{BB962C8B-B14F-4D97-AF65-F5344CB8AC3E}">
        <p14:creationId xmlns:p14="http://schemas.microsoft.com/office/powerpoint/2010/main" val="299360279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Lst>
  <p:hf hdr="0"/>
  <p:txStyles>
    <p:title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p:titleStyle>
    <p:bodyStyle>
      <a:lvl1pPr marL="188913" indent="-176213" algn="l" defTabSz="914400" rtl="0" eaLnBrk="1" latinLnBrk="0" hangingPunct="1">
        <a:lnSpc>
          <a:spcPct val="100000"/>
        </a:lnSpc>
        <a:spcBef>
          <a:spcPts val="1800"/>
        </a:spcBef>
        <a:buFont typeface="Wingdings" pitchFamily="2" charset="2"/>
        <a:buChar char="§"/>
        <a:tabLst/>
        <a:defRPr sz="2400" kern="1200">
          <a:solidFill>
            <a:schemeClr val="tx1"/>
          </a:solidFill>
          <a:latin typeface="+mn-lt"/>
          <a:ea typeface="+mn-ea"/>
          <a:cs typeface="+mn-cs"/>
        </a:defRPr>
      </a:lvl1pPr>
      <a:lvl2pPr marL="534988" indent="-265113" algn="l" defTabSz="914400" rtl="0" eaLnBrk="1" latinLnBrk="0" hangingPunct="1">
        <a:lnSpc>
          <a:spcPct val="100000"/>
        </a:lnSpc>
        <a:spcBef>
          <a:spcPts val="500"/>
        </a:spcBef>
        <a:buFont typeface="Arial Black" panose="020B0A04020102020204" pitchFamily="34" charset="0"/>
        <a:buChar char="−"/>
        <a:tabLst/>
        <a:defRPr sz="2000" kern="1200">
          <a:solidFill>
            <a:schemeClr val="tx1"/>
          </a:solidFill>
          <a:latin typeface="+mn-lt"/>
          <a:ea typeface="+mn-ea"/>
          <a:cs typeface="+mn-cs"/>
        </a:defRPr>
      </a:lvl2pPr>
      <a:lvl3pPr marL="674688" indent="-176213" algn="l" defTabSz="914400" rtl="0" eaLnBrk="1" latinLnBrk="0" hangingPunct="1">
        <a:lnSpc>
          <a:spcPct val="100000"/>
        </a:lnSpc>
        <a:spcBef>
          <a:spcPts val="500"/>
        </a:spcBef>
        <a:buFont typeface="Courier New" panose="02070309020205020404" pitchFamily="49" charset="0"/>
        <a:buChar char="o"/>
        <a:tabLst/>
        <a:defRPr sz="1800" kern="1200">
          <a:solidFill>
            <a:schemeClr val="tx1"/>
          </a:solidFill>
          <a:latin typeface="+mn-lt"/>
          <a:ea typeface="+mn-ea"/>
          <a:cs typeface="+mn-cs"/>
        </a:defRPr>
      </a:lvl3pPr>
      <a:lvl4pPr marL="890588" indent="-174625" algn="l" defTabSz="914400" rtl="0" eaLnBrk="1" latinLnBrk="0" hangingPunct="1">
        <a:lnSpc>
          <a:spcPct val="100000"/>
        </a:lnSpc>
        <a:spcBef>
          <a:spcPts val="500"/>
        </a:spcBef>
        <a:buFont typeface="Wingdings" pitchFamily="2" charset="2"/>
        <a:buChar char="§"/>
        <a:tabLst/>
        <a:defRPr sz="1600" kern="1200">
          <a:solidFill>
            <a:schemeClr val="tx1"/>
          </a:solidFill>
          <a:latin typeface="+mn-lt"/>
          <a:ea typeface="+mn-ea"/>
          <a:cs typeface="+mn-cs"/>
        </a:defRPr>
      </a:lvl4pPr>
      <a:lvl5pPr marL="1120775" indent="-176213" algn="l" defTabSz="914400" rtl="0" eaLnBrk="1" latinLnBrk="0" hangingPunct="1">
        <a:lnSpc>
          <a:spcPct val="100000"/>
        </a:lnSpc>
        <a:spcBef>
          <a:spcPts val="500"/>
        </a:spcBef>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0" orient="horz" pos="2160">
          <p15:clr>
            <a:srgbClr val="F26B43"/>
          </p15:clr>
        </p15:guide>
        <p15:guide id="11" pos="3840">
          <p15:clr>
            <a:srgbClr val="F26B43"/>
          </p15:clr>
        </p15:guide>
        <p15:guide id="12" pos="347">
          <p15:clr>
            <a:srgbClr val="A4A3A4"/>
          </p15:clr>
        </p15:guide>
        <p15:guide id="13" pos="7333">
          <p15:clr>
            <a:srgbClr val="A4A3A4"/>
          </p15:clr>
        </p15:guide>
        <p15:guide id="14" orient="horz" pos="754">
          <p15:clr>
            <a:srgbClr val="A4A3A4"/>
          </p15:clr>
        </p15:guide>
        <p15:guide id="15" orient="horz" pos="164">
          <p15:clr>
            <a:srgbClr val="A4A3A4"/>
          </p15:clr>
        </p15:guide>
        <p15:guide id="16" orient="horz" pos="799">
          <p15:clr>
            <a:srgbClr val="A4A3A4"/>
          </p15:clr>
        </p15:guide>
        <p15:guide id="17" orient="horz" pos="3929">
          <p15:clr>
            <a:srgbClr val="A4A3A4"/>
          </p15:clr>
        </p15:guide>
        <p15:guide id="18" orient="horz" pos="411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3.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50.jpeg"/><Relationship Id="rId7" Type="http://schemas.openxmlformats.org/officeDocument/2006/relationships/diagramColors" Target="../diagrams/colors9.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24.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image" Target="../media/image51.jpeg"/><Relationship Id="rId7" Type="http://schemas.openxmlformats.org/officeDocument/2006/relationships/diagramColors" Target="../diagrams/colors10.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884" y="5583124"/>
            <a:ext cx="13116534" cy="69839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969" b="0" i="0" u="none" strike="noStrike" kern="1200" cap="none" spc="0" normalizeH="0" baseline="0" noProof="0">
              <a:ln>
                <a:noFill/>
              </a:ln>
              <a:solidFill>
                <a:srgbClr val="13345E"/>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969" b="0" i="0" u="none" strike="noStrike" kern="1200" cap="none" spc="0" normalizeH="0" baseline="0" noProof="0">
              <a:ln>
                <a:noFill/>
              </a:ln>
              <a:solidFill>
                <a:srgbClr val="13345E"/>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00C26F9E-0002-47EC-AB5B-1DE5235684ED}"/>
              </a:ext>
            </a:extLst>
          </p:cNvPr>
          <p:cNvSpPr>
            <a:spLocks noGrp="1"/>
          </p:cNvSpPr>
          <p:nvPr>
            <p:ph type="ctrTitle"/>
          </p:nvPr>
        </p:nvSpPr>
        <p:spPr>
          <a:xfrm>
            <a:off x="2310185" y="1911022"/>
            <a:ext cx="9316665" cy="1159157"/>
          </a:xfrm>
        </p:spPr>
        <p:txBody>
          <a:bodyPr>
            <a:noAutofit/>
          </a:bodyPr>
          <a:lstStyle/>
          <a:p>
            <a:r>
              <a:rPr lang="en-US" sz="2400" b="1" i="1" dirty="0"/>
              <a:t>Assignment- Analysis of Local Track Discontinuities in Railway</a:t>
            </a:r>
            <a:br>
              <a:rPr lang="en-GB" sz="2400" b="1" i="1" dirty="0"/>
            </a:br>
            <a:endParaRPr lang="en-GB" sz="2400" b="1" dirty="0"/>
          </a:p>
        </p:txBody>
      </p:sp>
      <p:sp>
        <p:nvSpPr>
          <p:cNvPr id="10" name="Subtitle 9"/>
          <p:cNvSpPr>
            <a:spLocks noGrp="1"/>
          </p:cNvSpPr>
          <p:nvPr>
            <p:ph type="subTitle" idx="1"/>
          </p:nvPr>
        </p:nvSpPr>
        <p:spPr>
          <a:xfrm>
            <a:off x="2153653" y="3474460"/>
            <a:ext cx="7591926" cy="698396"/>
          </a:xfrm>
        </p:spPr>
        <p:txBody>
          <a:bodyPr>
            <a:normAutofit lnSpcReduction="10000"/>
          </a:bodyPr>
          <a:lstStyle/>
          <a:p>
            <a:pPr algn="ctr" rtl="0" fontAlgn="base"/>
            <a:endParaRPr lang="en-GB" sz="2000" b="1" dirty="0">
              <a:solidFill>
                <a:srgbClr val="000000"/>
              </a:solidFill>
            </a:endParaRPr>
          </a:p>
          <a:p>
            <a:pPr algn="ctr" rtl="0" fontAlgn="base"/>
            <a:r>
              <a:rPr lang="en-GB" sz="2000" dirty="0">
                <a:solidFill>
                  <a:srgbClr val="000000"/>
                </a:solidFill>
              </a:rPr>
              <a:t>Presenter: Amin Adoul</a:t>
            </a:r>
          </a:p>
        </p:txBody>
      </p:sp>
      <p:pic>
        <p:nvPicPr>
          <p:cNvPr id="18" name="Picture 17" descr="A picture containing drawing&#10;&#10;Description automatically generated">
            <a:extLst>
              <a:ext uri="{FF2B5EF4-FFF2-40B4-BE49-F238E27FC236}">
                <a16:creationId xmlns:a16="http://schemas.microsoft.com/office/drawing/2014/main" id="{4C053F9E-A2A4-4664-BD92-C50854D533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45013" y="5760589"/>
            <a:ext cx="1128356" cy="1108524"/>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CD754-662A-5097-E228-26B13D85373C}"/>
              </a:ext>
            </a:extLst>
          </p:cNvPr>
          <p:cNvSpPr>
            <a:spLocks noGrp="1"/>
          </p:cNvSpPr>
          <p:nvPr>
            <p:ph type="title"/>
          </p:nvPr>
        </p:nvSpPr>
        <p:spPr/>
        <p:txBody>
          <a:bodyPr/>
          <a:lstStyle/>
          <a:p>
            <a:r>
              <a:rPr lang="en-US" dirty="0"/>
              <a:t>What Students Will Learn</a:t>
            </a:r>
            <a:endParaRPr lang="en-SE" dirty="0"/>
          </a:p>
        </p:txBody>
      </p:sp>
      <p:sp>
        <p:nvSpPr>
          <p:cNvPr id="3" name="Content Placeholder 2">
            <a:extLst>
              <a:ext uri="{FF2B5EF4-FFF2-40B4-BE49-F238E27FC236}">
                <a16:creationId xmlns:a16="http://schemas.microsoft.com/office/drawing/2014/main" id="{777CE508-A4D5-AA72-B3F1-058892FDEC98}"/>
              </a:ext>
            </a:extLst>
          </p:cNvPr>
          <p:cNvSpPr>
            <a:spLocks noGrp="1"/>
          </p:cNvSpPr>
          <p:nvPr>
            <p:ph idx="1"/>
          </p:nvPr>
        </p:nvSpPr>
        <p:spPr/>
        <p:txBody>
          <a:bodyPr/>
          <a:lstStyle/>
          <a:p>
            <a:r>
              <a:rPr lang="en-US" dirty="0"/>
              <a:t>Understanding Real-World Data</a:t>
            </a:r>
          </a:p>
          <a:p>
            <a:r>
              <a:rPr lang="en-US" dirty="0"/>
              <a:t>Data Handling and Preprocessing</a:t>
            </a:r>
          </a:p>
          <a:p>
            <a:r>
              <a:rPr lang="en-US" dirty="0"/>
              <a:t>Machine Learning Basics</a:t>
            </a:r>
          </a:p>
          <a:p>
            <a:r>
              <a:rPr lang="en-US" dirty="0"/>
              <a:t>Feature Selection Techniques</a:t>
            </a:r>
          </a:p>
          <a:p>
            <a:r>
              <a:rPr lang="en-US" dirty="0"/>
              <a:t>Evaluation and Analysis</a:t>
            </a:r>
            <a:endParaRPr lang="en-SE" dirty="0"/>
          </a:p>
        </p:txBody>
      </p:sp>
    </p:spTree>
    <p:extLst>
      <p:ext uri="{BB962C8B-B14F-4D97-AF65-F5344CB8AC3E}">
        <p14:creationId xmlns:p14="http://schemas.microsoft.com/office/powerpoint/2010/main" val="38594594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DA9942F-A18C-9E9D-BF08-9291C54E1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901B84-0A1B-CB8C-867C-274C6D6DFE3F}"/>
              </a:ext>
            </a:extLst>
          </p:cNvPr>
          <p:cNvSpPr>
            <a:spLocks noGrp="1"/>
          </p:cNvSpPr>
          <p:nvPr>
            <p:ph type="title"/>
          </p:nvPr>
        </p:nvSpPr>
        <p:spPr>
          <a:xfrm>
            <a:off x="2809809" y="353681"/>
            <a:ext cx="6572382" cy="974310"/>
          </a:xfrm>
        </p:spPr>
        <p:txBody>
          <a:bodyPr vert="horz" lIns="91440" tIns="45720" rIns="91440" bIns="45720" rtlCol="0" anchor="b">
            <a:normAutofit/>
          </a:bodyPr>
          <a:lstStyle/>
          <a:p>
            <a:pPr algn="ctr"/>
            <a:r>
              <a:rPr lang="en-US" sz="4000" b="1"/>
              <a:t>Skills Students Will Gain</a:t>
            </a:r>
          </a:p>
        </p:txBody>
      </p:sp>
      <p:graphicFrame>
        <p:nvGraphicFramePr>
          <p:cNvPr id="4" name="Content Placeholder 3">
            <a:extLst>
              <a:ext uri="{FF2B5EF4-FFF2-40B4-BE49-F238E27FC236}">
                <a16:creationId xmlns:a16="http://schemas.microsoft.com/office/drawing/2014/main" id="{5C1990C0-D220-47CD-6535-EACDD77817F6}"/>
              </a:ext>
            </a:extLst>
          </p:cNvPr>
          <p:cNvGraphicFramePr>
            <a:graphicFrameLocks noGrp="1"/>
          </p:cNvGraphicFramePr>
          <p:nvPr>
            <p:ph idx="1"/>
            <p:extLst>
              <p:ext uri="{D42A27DB-BD31-4B8C-83A1-F6EECF244321}">
                <p14:modId xmlns:p14="http://schemas.microsoft.com/office/powerpoint/2010/main" val="324981188"/>
              </p:ext>
            </p:extLst>
          </p:nvPr>
        </p:nvGraphicFramePr>
        <p:xfrm>
          <a:off x="2809809" y="1471271"/>
          <a:ext cx="6572383" cy="4246625"/>
        </p:xfrm>
        <a:graphic>
          <a:graphicData uri="http://schemas.openxmlformats.org/drawingml/2006/table">
            <a:tbl>
              <a:tblPr>
                <a:noFill/>
              </a:tblPr>
              <a:tblGrid>
                <a:gridCol w="2228304">
                  <a:extLst>
                    <a:ext uri="{9D8B030D-6E8A-4147-A177-3AD203B41FA5}">
                      <a16:colId xmlns:a16="http://schemas.microsoft.com/office/drawing/2014/main" val="3214225126"/>
                    </a:ext>
                  </a:extLst>
                </a:gridCol>
                <a:gridCol w="4344079">
                  <a:extLst>
                    <a:ext uri="{9D8B030D-6E8A-4147-A177-3AD203B41FA5}">
                      <a16:colId xmlns:a16="http://schemas.microsoft.com/office/drawing/2014/main" val="3775275576"/>
                    </a:ext>
                  </a:extLst>
                </a:gridCol>
              </a:tblGrid>
              <a:tr h="427793">
                <a:tc>
                  <a:txBody>
                    <a:bodyPr/>
                    <a:lstStyle/>
                    <a:p>
                      <a:r>
                        <a:rPr lang="en-US" sz="1400" cap="none" spc="0">
                          <a:solidFill>
                            <a:schemeClr val="tx1"/>
                          </a:solidFill>
                        </a:rPr>
                        <a:t>Skill Category</a:t>
                      </a:r>
                    </a:p>
                  </a:txBody>
                  <a:tcPr marL="73038" marR="104340" marT="20868" marB="156509" anchor="ctr">
                    <a:lnL w="9525" cap="flat" cmpd="sng" algn="ctr">
                      <a:solidFill>
                        <a:schemeClr val="tx1"/>
                      </a:solidFill>
                      <a:prstDash val="solid"/>
                    </a:lnL>
                    <a:lnR w="12700" cmpd="sng">
                      <a:noFill/>
                      <a:prstDash val="solid"/>
                    </a:lnR>
                    <a:lnT w="9525" cap="flat" cmpd="sng" algn="ctr">
                      <a:noFill/>
                      <a:prstDash val="solid"/>
                    </a:lnT>
                    <a:lnB w="12700" cmpd="sng">
                      <a:noFill/>
                      <a:prstDash val="solid"/>
                    </a:lnB>
                    <a:noFill/>
                  </a:tcPr>
                </a:tc>
                <a:tc>
                  <a:txBody>
                    <a:bodyPr/>
                    <a:lstStyle/>
                    <a:p>
                      <a:r>
                        <a:rPr lang="en-US" sz="1400" cap="none" spc="0">
                          <a:solidFill>
                            <a:schemeClr val="tx1"/>
                          </a:solidFill>
                        </a:rPr>
                        <a:t>Specific Skills Learned</a:t>
                      </a:r>
                    </a:p>
                  </a:txBody>
                  <a:tcPr marL="73038" marR="104340" marT="20868" marB="156509" anchor="ctr">
                    <a:lnL w="12700" cmpd="sng">
                      <a:noFill/>
                      <a:prstDash val="solid"/>
                    </a:lnL>
                    <a:lnR w="12700" cmpd="sng">
                      <a:noFill/>
                      <a:prstDash val="solid"/>
                    </a:lnR>
                    <a:lnT w="9525" cap="flat" cmpd="sng" algn="ctr">
                      <a:noFill/>
                      <a:prstDash val="solid"/>
                    </a:lnT>
                    <a:lnB w="12700" cmpd="sng">
                      <a:noFill/>
                      <a:prstDash val="solid"/>
                    </a:lnB>
                    <a:noFill/>
                  </a:tcPr>
                </a:tc>
                <a:extLst>
                  <a:ext uri="{0D108BD9-81ED-4DB2-BD59-A6C34878D82A}">
                    <a16:rowId xmlns:a16="http://schemas.microsoft.com/office/drawing/2014/main" val="2581681752"/>
                  </a:ext>
                </a:extLst>
              </a:tr>
              <a:tr h="636472">
                <a:tc>
                  <a:txBody>
                    <a:bodyPr/>
                    <a:lstStyle/>
                    <a:p>
                      <a:r>
                        <a:rPr lang="en-US" sz="1400" b="1" cap="none" spc="0">
                          <a:solidFill>
                            <a:schemeClr val="tx1"/>
                          </a:solidFill>
                        </a:rPr>
                        <a:t>Data Science</a:t>
                      </a:r>
                      <a:endParaRPr lang="en-US" sz="1400" cap="none" spc="0">
                        <a:solidFill>
                          <a:schemeClr val="tx1"/>
                        </a:solidFill>
                      </a:endParaRPr>
                    </a:p>
                  </a:txBody>
                  <a:tcPr marL="73038" marR="104340" marT="20868" marB="156509" anchor="ctr">
                    <a:lnL w="9525"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r>
                        <a:rPr lang="en-US" sz="1400" cap="none" spc="0">
                          <a:solidFill>
                            <a:schemeClr val="tx1"/>
                          </a:solidFill>
                        </a:rPr>
                        <a:t>Data cleaning, preprocessing, normalization, feature selection</a:t>
                      </a:r>
                    </a:p>
                  </a:txBody>
                  <a:tcPr marL="73038" marR="104340" marT="20868" marB="156509"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54206688"/>
                  </a:ext>
                </a:extLst>
              </a:tr>
              <a:tr h="636472">
                <a:tc>
                  <a:txBody>
                    <a:bodyPr/>
                    <a:lstStyle/>
                    <a:p>
                      <a:r>
                        <a:rPr lang="en-US" sz="1400" b="1" cap="none" spc="0">
                          <a:solidFill>
                            <a:schemeClr val="tx1"/>
                          </a:solidFill>
                        </a:rPr>
                        <a:t>Python Programming</a:t>
                      </a:r>
                      <a:endParaRPr lang="en-US" sz="1400" cap="none" spc="0">
                        <a:solidFill>
                          <a:schemeClr val="tx1"/>
                        </a:solidFill>
                      </a:endParaRPr>
                    </a:p>
                  </a:txBody>
                  <a:tcPr marL="73038" marR="104340" marT="20868" marB="156509" anchor="ctr">
                    <a:lnL w="9525"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r>
                        <a:rPr lang="en-US" sz="1400" cap="none" spc="0">
                          <a:solidFill>
                            <a:schemeClr val="tx1"/>
                          </a:solidFill>
                        </a:rPr>
                        <a:t>Working with pandas, numpy, matplotlib, scikit-learn, scipy</a:t>
                      </a:r>
                    </a:p>
                  </a:txBody>
                  <a:tcPr marL="73038" marR="104340" marT="20868" marB="156509"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156896353"/>
                  </a:ext>
                </a:extLst>
              </a:tr>
              <a:tr h="636472">
                <a:tc>
                  <a:txBody>
                    <a:bodyPr/>
                    <a:lstStyle/>
                    <a:p>
                      <a:r>
                        <a:rPr lang="en-US" sz="1400" b="1" cap="none" spc="0">
                          <a:solidFill>
                            <a:schemeClr val="tx1"/>
                          </a:solidFill>
                        </a:rPr>
                        <a:t>Machine Learning</a:t>
                      </a:r>
                      <a:endParaRPr lang="en-US" sz="1400" cap="none" spc="0">
                        <a:solidFill>
                          <a:schemeClr val="tx1"/>
                        </a:solidFill>
                      </a:endParaRPr>
                    </a:p>
                  </a:txBody>
                  <a:tcPr marL="73038" marR="104340" marT="20868" marB="156509" anchor="ctr">
                    <a:lnL w="9525"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r>
                        <a:rPr lang="en-US" sz="1400" cap="none" spc="0">
                          <a:solidFill>
                            <a:schemeClr val="tx1"/>
                          </a:solidFill>
                        </a:rPr>
                        <a:t>Train/test split, k-fold cross-validation, SVM, model evaluation</a:t>
                      </a:r>
                    </a:p>
                  </a:txBody>
                  <a:tcPr marL="73038" marR="104340" marT="20868" marB="156509"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776407262"/>
                  </a:ext>
                </a:extLst>
              </a:tr>
              <a:tr h="636472">
                <a:tc>
                  <a:txBody>
                    <a:bodyPr/>
                    <a:lstStyle/>
                    <a:p>
                      <a:r>
                        <a:rPr lang="en-US" sz="1400" b="1" cap="none" spc="0">
                          <a:solidFill>
                            <a:schemeClr val="tx1"/>
                          </a:solidFill>
                        </a:rPr>
                        <a:t>Problem Solving</a:t>
                      </a:r>
                      <a:endParaRPr lang="en-US" sz="1400" cap="none" spc="0">
                        <a:solidFill>
                          <a:schemeClr val="tx1"/>
                        </a:solidFill>
                      </a:endParaRPr>
                    </a:p>
                  </a:txBody>
                  <a:tcPr marL="73038" marR="104340" marT="20868" marB="156509" anchor="ctr">
                    <a:lnL w="9525"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r>
                        <a:rPr lang="en-US" sz="1400" cap="none" spc="0">
                          <a:solidFill>
                            <a:schemeClr val="tx1"/>
                          </a:solidFill>
                        </a:rPr>
                        <a:t>Applying ML techniques to solve a practical, safety-critical engineering problem</a:t>
                      </a:r>
                    </a:p>
                  </a:txBody>
                  <a:tcPr marL="73038" marR="104340" marT="20868" marB="156509"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291308568"/>
                  </a:ext>
                </a:extLst>
              </a:tr>
              <a:tr h="636472">
                <a:tc>
                  <a:txBody>
                    <a:bodyPr/>
                    <a:lstStyle/>
                    <a:p>
                      <a:r>
                        <a:rPr lang="en-US" sz="1400" b="1" cap="none" spc="0">
                          <a:solidFill>
                            <a:schemeClr val="tx1"/>
                          </a:solidFill>
                        </a:rPr>
                        <a:t>Analytical Thinking</a:t>
                      </a:r>
                      <a:endParaRPr lang="en-US" sz="1400" cap="none" spc="0">
                        <a:solidFill>
                          <a:schemeClr val="tx1"/>
                        </a:solidFill>
                      </a:endParaRPr>
                    </a:p>
                  </a:txBody>
                  <a:tcPr marL="73038" marR="104340" marT="20868" marB="156509" anchor="ctr">
                    <a:lnL w="9525"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r>
                        <a:rPr lang="en-US" sz="1400" cap="none" spc="0">
                          <a:solidFill>
                            <a:schemeClr val="tx1"/>
                          </a:solidFill>
                        </a:rPr>
                        <a:t>Understanding which features matter and why, interpreting model results</a:t>
                      </a:r>
                    </a:p>
                  </a:txBody>
                  <a:tcPr marL="73038" marR="104340" marT="20868" marB="156509"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330969074"/>
                  </a:ext>
                </a:extLst>
              </a:tr>
              <a:tr h="636472">
                <a:tc>
                  <a:txBody>
                    <a:bodyPr/>
                    <a:lstStyle/>
                    <a:p>
                      <a:r>
                        <a:rPr lang="en-US" sz="1400" b="1" cap="none" spc="0">
                          <a:solidFill>
                            <a:schemeClr val="tx1"/>
                          </a:solidFill>
                        </a:rPr>
                        <a:t>Presentation/Reporting</a:t>
                      </a:r>
                      <a:endParaRPr lang="en-US" sz="1400" cap="none" spc="0">
                        <a:solidFill>
                          <a:schemeClr val="tx1"/>
                        </a:solidFill>
                      </a:endParaRPr>
                    </a:p>
                  </a:txBody>
                  <a:tcPr marL="73038" marR="104340" marT="20868" marB="156509" anchor="ctr">
                    <a:lnL w="9525"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r>
                        <a:rPr lang="en-US" sz="1400" cap="none" spc="0">
                          <a:solidFill>
                            <a:schemeClr val="tx1"/>
                          </a:solidFill>
                        </a:rPr>
                        <a:t>Explaining methods, results, and comparisons in a clear, logical way</a:t>
                      </a:r>
                    </a:p>
                  </a:txBody>
                  <a:tcPr marL="73038" marR="104340" marT="20868" marB="156509"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126384887"/>
                  </a:ext>
                </a:extLst>
              </a:tr>
            </a:tbl>
          </a:graphicData>
        </a:graphic>
      </p:graphicFrame>
    </p:spTree>
    <p:extLst>
      <p:ext uri="{BB962C8B-B14F-4D97-AF65-F5344CB8AC3E}">
        <p14:creationId xmlns:p14="http://schemas.microsoft.com/office/powerpoint/2010/main" val="1083321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228DAC1-4972-0D04-70EA-C9FFB614DAA8}"/>
              </a:ext>
            </a:extLst>
          </p:cNvPr>
          <p:cNvSpPr>
            <a:spLocks noGrp="1"/>
          </p:cNvSpPr>
          <p:nvPr>
            <p:ph type="ctrTitle"/>
          </p:nvPr>
        </p:nvSpPr>
        <p:spPr>
          <a:xfrm>
            <a:off x="660041" y="2767106"/>
            <a:ext cx="2880828" cy="3071906"/>
          </a:xfrm>
        </p:spPr>
        <p:txBody>
          <a:bodyPr anchor="t">
            <a:normAutofit/>
          </a:bodyPr>
          <a:lstStyle/>
          <a:p>
            <a:pPr algn="l"/>
            <a:endParaRPr lang="en-SE" sz="4000">
              <a:solidFill>
                <a:srgbClr val="FFFFFF"/>
              </a:solidFill>
            </a:endParaRPr>
          </a:p>
        </p:txBody>
      </p:sp>
      <p:sp>
        <p:nvSpPr>
          <p:cNvPr id="3" name="Subtitle 2">
            <a:extLst>
              <a:ext uri="{FF2B5EF4-FFF2-40B4-BE49-F238E27FC236}">
                <a16:creationId xmlns:a16="http://schemas.microsoft.com/office/drawing/2014/main" id="{952A0CEA-1DB7-894E-AADB-EE0E261C4C30}"/>
              </a:ext>
            </a:extLst>
          </p:cNvPr>
          <p:cNvSpPr>
            <a:spLocks noGrp="1"/>
          </p:cNvSpPr>
          <p:nvPr>
            <p:ph type="subTitle" idx="1"/>
          </p:nvPr>
        </p:nvSpPr>
        <p:spPr>
          <a:xfrm>
            <a:off x="660042" y="806824"/>
            <a:ext cx="2919738" cy="1494117"/>
          </a:xfrm>
        </p:spPr>
        <p:txBody>
          <a:bodyPr anchor="b">
            <a:normAutofit/>
          </a:bodyPr>
          <a:lstStyle/>
          <a:p>
            <a:pPr algn="l"/>
            <a:r>
              <a:rPr lang="en-US" sz="1100" dirty="0">
                <a:solidFill>
                  <a:srgbClr val="FFFFFF"/>
                </a:solidFill>
              </a:rPr>
              <a:t>The setup (Figure 1) features a railway switch with track-side acceleration sensors on the point machine rods. A manually pushed bogie simulates train passages over the straight track, which includes rail joints and artificial squats.</a:t>
            </a:r>
          </a:p>
          <a:p>
            <a:pPr algn="l"/>
            <a:r>
              <a:rPr lang="en-US" sz="1100" dirty="0">
                <a:solidFill>
                  <a:srgbClr val="FFFFFF"/>
                </a:solidFill>
              </a:rPr>
              <a:t>Data recording starts before movement and ends after the bogie reaches the stop block.</a:t>
            </a:r>
            <a:endParaRPr lang="en-SE" sz="1100" dirty="0">
              <a:solidFill>
                <a:srgbClr val="FFFFFF"/>
              </a:solidFill>
            </a:endParaRPr>
          </a:p>
        </p:txBody>
      </p:sp>
      <p:pic>
        <p:nvPicPr>
          <p:cNvPr id="4" name="Picture 3" descr="A diagram of a cross-section&#10;&#10;AI-generated content may be incorrect.">
            <a:extLst>
              <a:ext uri="{FF2B5EF4-FFF2-40B4-BE49-F238E27FC236}">
                <a16:creationId xmlns:a16="http://schemas.microsoft.com/office/drawing/2014/main" id="{BF51B4DD-A3E4-B25D-1A60-C3D55DC2308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4502428" y="2008497"/>
            <a:ext cx="7225748" cy="2841006"/>
          </a:xfrm>
          <a:prstGeom prst="rect">
            <a:avLst/>
          </a:prstGeom>
          <a:noFill/>
        </p:spPr>
      </p:pic>
    </p:spTree>
    <p:extLst>
      <p:ext uri="{BB962C8B-B14F-4D97-AF65-F5344CB8AC3E}">
        <p14:creationId xmlns:p14="http://schemas.microsoft.com/office/powerpoint/2010/main" val="29053738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E53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Sensors 24 00477 g002">
            <a:extLst>
              <a:ext uri="{FF2B5EF4-FFF2-40B4-BE49-F238E27FC236}">
                <a16:creationId xmlns:a16="http://schemas.microsoft.com/office/drawing/2014/main" id="{9CDF2845-E60A-A67E-0615-69681742BD42}"/>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bwMode="auto">
          <a:xfrm>
            <a:off x="1230440" y="643467"/>
            <a:ext cx="9731119" cy="5571066"/>
          </a:xfrm>
          <a:prstGeom prst="rect">
            <a:avLst/>
          </a:prstGeom>
          <a:noFill/>
        </p:spPr>
      </p:pic>
    </p:spTree>
    <p:extLst>
      <p:ext uri="{BB962C8B-B14F-4D97-AF65-F5344CB8AC3E}">
        <p14:creationId xmlns:p14="http://schemas.microsoft.com/office/powerpoint/2010/main" val="2553155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C683D1F-771E-F958-2104-9EAC10B154CB}"/>
              </a:ext>
            </a:extLst>
          </p:cNvPr>
          <p:cNvSpPr>
            <a:spLocks noGrp="1"/>
          </p:cNvSpPr>
          <p:nvPr>
            <p:ph type="title"/>
          </p:nvPr>
        </p:nvSpPr>
        <p:spPr>
          <a:xfrm>
            <a:off x="1383564" y="348865"/>
            <a:ext cx="9718111" cy="1576446"/>
          </a:xfrm>
        </p:spPr>
        <p:txBody>
          <a:bodyPr anchor="ctr">
            <a:normAutofit/>
          </a:bodyPr>
          <a:lstStyle/>
          <a:p>
            <a:r>
              <a:rPr lang="en-SE" sz="4000" b="1">
                <a:solidFill>
                  <a:srgbClr val="FFFFFF"/>
                </a:solidFill>
                <a:effectLst/>
                <a:latin typeface="Aptos" panose="020B0004020202020204" pitchFamily="34" charset="0"/>
                <a:ea typeface="Aptos" panose="020B0004020202020204" pitchFamily="34" charset="0"/>
                <a:cs typeface="Times New Roman" panose="02020603050405020304" pitchFamily="18" charset="0"/>
              </a:rPr>
              <a:t>Acceleration Sensor Data and Feature Extraction</a:t>
            </a:r>
            <a:endParaRPr lang="en-SE" sz="4000">
              <a:solidFill>
                <a:srgbClr val="FFFFFF"/>
              </a:solidFill>
            </a:endParaRPr>
          </a:p>
        </p:txBody>
      </p:sp>
      <p:graphicFrame>
        <p:nvGraphicFramePr>
          <p:cNvPr id="5" name="Content Placeholder 2">
            <a:extLst>
              <a:ext uri="{FF2B5EF4-FFF2-40B4-BE49-F238E27FC236}">
                <a16:creationId xmlns:a16="http://schemas.microsoft.com/office/drawing/2014/main" id="{1694201C-F4B6-4F1D-EC85-DDE653A8C7BF}"/>
              </a:ext>
            </a:extLst>
          </p:cNvPr>
          <p:cNvGraphicFramePr>
            <a:graphicFrameLocks noGrp="1"/>
          </p:cNvGraphicFramePr>
          <p:nvPr>
            <p:ph idx="1"/>
            <p:extLst>
              <p:ext uri="{D42A27DB-BD31-4B8C-83A1-F6EECF244321}">
                <p14:modId xmlns:p14="http://schemas.microsoft.com/office/powerpoint/2010/main" val="2755792253"/>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91144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16674508-81D3-48CF-96BF-7FC60EAA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741994"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A5D7841-4D9E-41D5-A7D4-30795D1DB7CE}"/>
              </a:ext>
            </a:extLst>
          </p:cNvPr>
          <p:cNvSpPr>
            <a:spLocks noGrp="1"/>
          </p:cNvSpPr>
          <p:nvPr>
            <p:ph type="title"/>
          </p:nvPr>
        </p:nvSpPr>
        <p:spPr>
          <a:xfrm>
            <a:off x="1137034" y="609600"/>
            <a:ext cx="4784796" cy="1330840"/>
          </a:xfrm>
        </p:spPr>
        <p:txBody>
          <a:bodyPr>
            <a:normAutofit/>
          </a:bodyPr>
          <a:lstStyle/>
          <a:p>
            <a:r>
              <a:rPr lang="en-SE" sz="3100" b="1">
                <a:effectLst/>
                <a:latin typeface="Aptos" panose="020B0004020202020204" pitchFamily="34" charset="0"/>
                <a:ea typeface="Aptos" panose="020B0004020202020204" pitchFamily="34" charset="0"/>
                <a:cs typeface="Times New Roman" panose="02020603050405020304" pitchFamily="18" charset="0"/>
              </a:rPr>
              <a:t>Acceleration Sensor Data and Feature Extraction</a:t>
            </a:r>
            <a:endParaRPr lang="en-SE" sz="3100"/>
          </a:p>
        </p:txBody>
      </p:sp>
      <p:sp>
        <p:nvSpPr>
          <p:cNvPr id="3" name="Content Placeholder 2">
            <a:extLst>
              <a:ext uri="{FF2B5EF4-FFF2-40B4-BE49-F238E27FC236}">
                <a16:creationId xmlns:a16="http://schemas.microsoft.com/office/drawing/2014/main" id="{5C54FB40-EDBC-5E6C-6351-90C7F536FC65}"/>
              </a:ext>
            </a:extLst>
          </p:cNvPr>
          <p:cNvSpPr>
            <a:spLocks noGrp="1"/>
          </p:cNvSpPr>
          <p:nvPr>
            <p:ph idx="1"/>
          </p:nvPr>
        </p:nvSpPr>
        <p:spPr>
          <a:xfrm>
            <a:off x="1137034" y="2194102"/>
            <a:ext cx="4438036" cy="3908585"/>
          </a:xfrm>
        </p:spPr>
        <p:txBody>
          <a:bodyPr>
            <a:normAutofit/>
          </a:bodyPr>
          <a:lstStyle/>
          <a:p>
            <a:pPr marL="0" indent="0">
              <a:buNone/>
            </a:pPr>
            <a:r>
              <a:rPr lang="en-SE" sz="2000" dirty="0">
                <a:effectLst/>
                <a:latin typeface="Aptos" panose="020B0004020202020204" pitchFamily="34" charset="0"/>
                <a:ea typeface="Aptos" panose="020B0004020202020204" pitchFamily="34" charset="0"/>
                <a:cs typeface="Times New Roman" panose="02020603050405020304" pitchFamily="18" charset="0"/>
              </a:rPr>
              <a:t>The dataset for this assignment includes three files containing precomputed features from 1D acceleration sensor signals. </a:t>
            </a:r>
            <a:endParaRPr lang="en-US" sz="2000" dirty="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en-SE" sz="2000" dirty="0"/>
          </a:p>
        </p:txBody>
      </p:sp>
      <p:pic>
        <p:nvPicPr>
          <p:cNvPr id="4" name="Picture 3">
            <a:extLst>
              <a:ext uri="{FF2B5EF4-FFF2-40B4-BE49-F238E27FC236}">
                <a16:creationId xmlns:a16="http://schemas.microsoft.com/office/drawing/2014/main" id="{C0837AD9-75BF-DD66-2BC5-F62F9A12A26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6880610" y="1136426"/>
            <a:ext cx="4737650" cy="4607362"/>
          </a:xfrm>
          <a:prstGeom prst="rect">
            <a:avLst/>
          </a:prstGeom>
          <a:noFill/>
        </p:spPr>
      </p:pic>
    </p:spTree>
    <p:extLst>
      <p:ext uri="{BB962C8B-B14F-4D97-AF65-F5344CB8AC3E}">
        <p14:creationId xmlns:p14="http://schemas.microsoft.com/office/powerpoint/2010/main" val="3243843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3529E97A-97C3-40EA-8A04-5C02398D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877832"/>
          </a:xfrm>
          <a:custGeom>
            <a:avLst/>
            <a:gdLst>
              <a:gd name="connsiteX0" fmla="*/ 6789701 w 12192000"/>
              <a:gd name="connsiteY0" fmla="*/ 2809623 h 2877832"/>
              <a:gd name="connsiteX1" fmla="*/ 6788702 w 12192000"/>
              <a:gd name="connsiteY1" fmla="*/ 2809701 h 2877832"/>
              <a:gd name="connsiteX2" fmla="*/ 6788476 w 12192000"/>
              <a:gd name="connsiteY2" fmla="*/ 2810235 h 2877832"/>
              <a:gd name="connsiteX3" fmla="*/ 0 w 12192000"/>
              <a:gd name="connsiteY3" fmla="*/ 0 h 2877832"/>
              <a:gd name="connsiteX4" fmla="*/ 12192000 w 12192000"/>
              <a:gd name="connsiteY4" fmla="*/ 0 h 2877832"/>
              <a:gd name="connsiteX5" fmla="*/ 12192000 w 12192000"/>
              <a:gd name="connsiteY5" fmla="*/ 1915388 h 2877832"/>
              <a:gd name="connsiteX6" fmla="*/ 12061096 w 12192000"/>
              <a:gd name="connsiteY6" fmla="*/ 1954428 h 2877832"/>
              <a:gd name="connsiteX7" fmla="*/ 11676800 w 12192000"/>
              <a:gd name="connsiteY7" fmla="*/ 2058003 h 2877832"/>
              <a:gd name="connsiteX8" fmla="*/ 10425355 w 12192000"/>
              <a:gd name="connsiteY8" fmla="*/ 2341542 h 2877832"/>
              <a:gd name="connsiteX9" fmla="*/ 9424022 w 12192000"/>
              <a:gd name="connsiteY9" fmla="*/ 2516704 h 2877832"/>
              <a:gd name="connsiteX10" fmla="*/ 8458419 w 12192000"/>
              <a:gd name="connsiteY10" fmla="*/ 2650405 h 2877832"/>
              <a:gd name="connsiteX11" fmla="*/ 7715970 w 12192000"/>
              <a:gd name="connsiteY11" fmla="*/ 2730352 h 2877832"/>
              <a:gd name="connsiteX12" fmla="*/ 6951716 w 12192000"/>
              <a:gd name="connsiteY12" fmla="*/ 2796132 h 2877832"/>
              <a:gd name="connsiteX13" fmla="*/ 6936303 w 12192000"/>
              <a:gd name="connsiteY13" fmla="*/ 2798203 h 2877832"/>
              <a:gd name="connsiteX14" fmla="*/ 6790448 w 12192000"/>
              <a:gd name="connsiteY14" fmla="*/ 2809564 h 2877832"/>
              <a:gd name="connsiteX15" fmla="*/ 6799941 w 12192000"/>
              <a:gd name="connsiteY15" fmla="*/ 2811384 h 2877832"/>
              <a:gd name="connsiteX16" fmla="*/ 6835432 w 12192000"/>
              <a:gd name="connsiteY16" fmla="*/ 2809677 h 2877832"/>
              <a:gd name="connsiteX17" fmla="*/ 6884003 w 12192000"/>
              <a:gd name="connsiteY17" fmla="*/ 2806699 h 2877832"/>
              <a:gd name="connsiteX18" fmla="*/ 7578771 w 12192000"/>
              <a:gd name="connsiteY18" fmla="*/ 2774172 h 2877832"/>
              <a:gd name="connsiteX19" fmla="*/ 8623845 w 12192000"/>
              <a:gd name="connsiteY19" fmla="*/ 2687275 h 2877832"/>
              <a:gd name="connsiteX20" fmla="*/ 9479970 w 12192000"/>
              <a:gd name="connsiteY20" fmla="*/ 2583369 h 2877832"/>
              <a:gd name="connsiteX21" fmla="*/ 10629308 w 12192000"/>
              <a:gd name="connsiteY21" fmla="*/ 2389212 h 2877832"/>
              <a:gd name="connsiteX22" fmla="*/ 11998498 w 12192000"/>
              <a:gd name="connsiteY22" fmla="*/ 2063218 h 2877832"/>
              <a:gd name="connsiteX23" fmla="*/ 12192000 w 12192000"/>
              <a:gd name="connsiteY23" fmla="*/ 2006219 h 2877832"/>
              <a:gd name="connsiteX24" fmla="*/ 12192000 w 12192000"/>
              <a:gd name="connsiteY24" fmla="*/ 2060956 h 2877832"/>
              <a:gd name="connsiteX25" fmla="*/ 11829257 w 12192000"/>
              <a:gd name="connsiteY25" fmla="*/ 2166255 h 2877832"/>
              <a:gd name="connsiteX26" fmla="*/ 10939183 w 12192000"/>
              <a:gd name="connsiteY26" fmla="*/ 2380770 h 2877832"/>
              <a:gd name="connsiteX27" fmla="*/ 9985530 w 12192000"/>
              <a:gd name="connsiteY27" fmla="*/ 2560775 h 2877832"/>
              <a:gd name="connsiteX28" fmla="*/ 9186882 w 12192000"/>
              <a:gd name="connsiteY28" fmla="*/ 2676722 h 2877832"/>
              <a:gd name="connsiteX29" fmla="*/ 8578198 w 12192000"/>
              <a:gd name="connsiteY29" fmla="*/ 2746241 h 2877832"/>
              <a:gd name="connsiteX30" fmla="*/ 7864358 w 12192000"/>
              <a:gd name="connsiteY30" fmla="*/ 2807692 h 2877832"/>
              <a:gd name="connsiteX31" fmla="*/ 6935502 w 12192000"/>
              <a:gd name="connsiteY31" fmla="*/ 2859086 h 2877832"/>
              <a:gd name="connsiteX32" fmla="*/ 6477750 w 12192000"/>
              <a:gd name="connsiteY32" fmla="*/ 2872989 h 2877832"/>
              <a:gd name="connsiteX33" fmla="*/ 6362294 w 12192000"/>
              <a:gd name="connsiteY33" fmla="*/ 2877832 h 2877832"/>
              <a:gd name="connsiteX34" fmla="*/ 6057129 w 12192000"/>
              <a:gd name="connsiteY34" fmla="*/ 2877832 h 2877832"/>
              <a:gd name="connsiteX35" fmla="*/ 5977784 w 12192000"/>
              <a:gd name="connsiteY35" fmla="*/ 2873238 h 2877832"/>
              <a:gd name="connsiteX36" fmla="*/ 5265087 w 12192000"/>
              <a:gd name="connsiteY36" fmla="*/ 2836989 h 2877832"/>
              <a:gd name="connsiteX37" fmla="*/ 4346277 w 12192000"/>
              <a:gd name="connsiteY37" fmla="*/ 2774919 h 2877832"/>
              <a:gd name="connsiteX38" fmla="*/ 3373045 w 12192000"/>
              <a:gd name="connsiteY38" fmla="*/ 2676350 h 2877832"/>
              <a:gd name="connsiteX39" fmla="*/ 2362173 w 12192000"/>
              <a:gd name="connsiteY39" fmla="*/ 2557423 h 2877832"/>
              <a:gd name="connsiteX40" fmla="*/ 1233178 w 12192000"/>
              <a:gd name="connsiteY40" fmla="*/ 2384247 h 2877832"/>
              <a:gd name="connsiteX41" fmla="*/ 68500 w 12192000"/>
              <a:gd name="connsiteY41" fmla="*/ 2144540 h 2877832"/>
              <a:gd name="connsiteX42" fmla="*/ 0 w 12192000"/>
              <a:gd name="connsiteY42" fmla="*/ 2127185 h 2877832"/>
              <a:gd name="connsiteX43" fmla="*/ 0 w 12192000"/>
              <a:gd name="connsiteY43" fmla="*/ 2070696 h 2877832"/>
              <a:gd name="connsiteX44" fmla="*/ 72441 w 12192000"/>
              <a:gd name="connsiteY44" fmla="*/ 2089473 h 2877832"/>
              <a:gd name="connsiteX45" fmla="*/ 600716 w 12192000"/>
              <a:gd name="connsiteY45" fmla="*/ 2207843 h 2877832"/>
              <a:gd name="connsiteX46" fmla="*/ 1769512 w 12192000"/>
              <a:gd name="connsiteY46" fmla="*/ 2418011 h 2877832"/>
              <a:gd name="connsiteX47" fmla="*/ 2613554 w 12192000"/>
              <a:gd name="connsiteY47" fmla="*/ 2534953 h 2877832"/>
              <a:gd name="connsiteX48" fmla="*/ 2581134 w 12192000"/>
              <a:gd name="connsiteY48" fmla="*/ 2525022 h 2877832"/>
              <a:gd name="connsiteX49" fmla="*/ 1112635 w 12192000"/>
              <a:gd name="connsiteY49" fmla="*/ 2192325 h 2877832"/>
              <a:gd name="connsiteX50" fmla="*/ 420412 w 12192000"/>
              <a:gd name="connsiteY50" fmla="*/ 1992892 h 2877832"/>
              <a:gd name="connsiteX51" fmla="*/ 0 w 12192000"/>
              <a:gd name="connsiteY51" fmla="*/ 1853975 h 287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877832">
                <a:moveTo>
                  <a:pt x="6789701" y="2809623"/>
                </a:moveTo>
                <a:lnTo>
                  <a:pt x="6788702" y="2809701"/>
                </a:lnTo>
                <a:lnTo>
                  <a:pt x="6788476" y="2810235"/>
                </a:lnTo>
                <a:close/>
                <a:moveTo>
                  <a:pt x="0" y="0"/>
                </a:moveTo>
                <a:lnTo>
                  <a:pt x="12192000" y="0"/>
                </a:lnTo>
                <a:lnTo>
                  <a:pt x="12192000" y="1915388"/>
                </a:lnTo>
                <a:lnTo>
                  <a:pt x="12061096" y="1954428"/>
                </a:lnTo>
                <a:cubicBezTo>
                  <a:pt x="11933500" y="1990642"/>
                  <a:pt x="11805390" y="2025171"/>
                  <a:pt x="11676800" y="2058003"/>
                </a:cubicBezTo>
                <a:cubicBezTo>
                  <a:pt x="11262789" y="2165510"/>
                  <a:pt x="10845343" y="2259112"/>
                  <a:pt x="10425355" y="2341542"/>
                </a:cubicBezTo>
                <a:cubicBezTo>
                  <a:pt x="10092810" y="2406753"/>
                  <a:pt x="9759033" y="2465150"/>
                  <a:pt x="9424022" y="2516704"/>
                </a:cubicBezTo>
                <a:cubicBezTo>
                  <a:pt x="9102997" y="2566361"/>
                  <a:pt x="8781133" y="2610928"/>
                  <a:pt x="8458419" y="2650405"/>
                </a:cubicBezTo>
                <a:cubicBezTo>
                  <a:pt x="8211360" y="2680571"/>
                  <a:pt x="7963792" y="2706144"/>
                  <a:pt x="7715970" y="2730352"/>
                </a:cubicBezTo>
                <a:lnTo>
                  <a:pt x="6951716" y="2796132"/>
                </a:lnTo>
                <a:lnTo>
                  <a:pt x="6936303" y="2798203"/>
                </a:lnTo>
                <a:lnTo>
                  <a:pt x="6790448" y="2809564"/>
                </a:lnTo>
                <a:lnTo>
                  <a:pt x="6799941" y="2811384"/>
                </a:lnTo>
                <a:cubicBezTo>
                  <a:pt x="6811623" y="2811850"/>
                  <a:pt x="6823734" y="2809677"/>
                  <a:pt x="6835432" y="2809677"/>
                </a:cubicBezTo>
                <a:cubicBezTo>
                  <a:pt x="6851580" y="2809677"/>
                  <a:pt x="6867729" y="2807070"/>
                  <a:pt x="6884003" y="2806699"/>
                </a:cubicBezTo>
                <a:cubicBezTo>
                  <a:pt x="7115805" y="2801237"/>
                  <a:pt x="7347351" y="2789070"/>
                  <a:pt x="7578771" y="2774172"/>
                </a:cubicBezTo>
                <a:cubicBezTo>
                  <a:pt x="7927552" y="2751704"/>
                  <a:pt x="8276080" y="2723525"/>
                  <a:pt x="8623845" y="2687275"/>
                </a:cubicBezTo>
                <a:cubicBezTo>
                  <a:pt x="8909939" y="2657977"/>
                  <a:pt x="9195310" y="2623342"/>
                  <a:pt x="9479970" y="2583369"/>
                </a:cubicBezTo>
                <a:cubicBezTo>
                  <a:pt x="9864901" y="2528995"/>
                  <a:pt x="10248014" y="2464281"/>
                  <a:pt x="10629308" y="2389212"/>
                </a:cubicBezTo>
                <a:cubicBezTo>
                  <a:pt x="11090114" y="2298092"/>
                  <a:pt x="11546975" y="2190586"/>
                  <a:pt x="11998498" y="2063218"/>
                </a:cubicBezTo>
                <a:lnTo>
                  <a:pt x="12192000" y="2006219"/>
                </a:lnTo>
                <a:lnTo>
                  <a:pt x="12192000" y="2060956"/>
                </a:lnTo>
                <a:lnTo>
                  <a:pt x="11829257" y="2166255"/>
                </a:lnTo>
                <a:cubicBezTo>
                  <a:pt x="11534769" y="2245952"/>
                  <a:pt x="11238120" y="2316838"/>
                  <a:pt x="10939183" y="2380770"/>
                </a:cubicBezTo>
                <a:cubicBezTo>
                  <a:pt x="10622824" y="2448552"/>
                  <a:pt x="10304941" y="2508549"/>
                  <a:pt x="9985530" y="2560775"/>
                </a:cubicBezTo>
                <a:cubicBezTo>
                  <a:pt x="9720036" y="2604224"/>
                  <a:pt x="9453814" y="2642869"/>
                  <a:pt x="9186882" y="2676722"/>
                </a:cubicBezTo>
                <a:cubicBezTo>
                  <a:pt x="8984197" y="2702296"/>
                  <a:pt x="8781514" y="2726379"/>
                  <a:pt x="8578198" y="2746241"/>
                </a:cubicBezTo>
                <a:cubicBezTo>
                  <a:pt x="8340547" y="2768961"/>
                  <a:pt x="8102644" y="2790436"/>
                  <a:pt x="7864358" y="2807692"/>
                </a:cubicBezTo>
                <a:cubicBezTo>
                  <a:pt x="7554994" y="2830036"/>
                  <a:pt x="7245502" y="2847914"/>
                  <a:pt x="6935502" y="2859086"/>
                </a:cubicBezTo>
                <a:cubicBezTo>
                  <a:pt x="6782917" y="2864549"/>
                  <a:pt x="6630334" y="2868397"/>
                  <a:pt x="6477750" y="2872989"/>
                </a:cubicBezTo>
                <a:cubicBezTo>
                  <a:pt x="6439195" y="2870905"/>
                  <a:pt x="6400529" y="2872530"/>
                  <a:pt x="6362294" y="2877832"/>
                </a:cubicBezTo>
                <a:lnTo>
                  <a:pt x="6057129" y="2877832"/>
                </a:lnTo>
                <a:lnTo>
                  <a:pt x="5977784" y="2873238"/>
                </a:lnTo>
                <a:cubicBezTo>
                  <a:pt x="5740261" y="2860825"/>
                  <a:pt x="5502739" y="2847046"/>
                  <a:pt x="5265087" y="2836989"/>
                </a:cubicBezTo>
                <a:cubicBezTo>
                  <a:pt x="4958267" y="2824573"/>
                  <a:pt x="4651826" y="2804093"/>
                  <a:pt x="4346277" y="2774919"/>
                </a:cubicBezTo>
                <a:cubicBezTo>
                  <a:pt x="4021654" y="2744007"/>
                  <a:pt x="3697795" y="2709372"/>
                  <a:pt x="3373045" y="2676350"/>
                </a:cubicBezTo>
                <a:cubicBezTo>
                  <a:pt x="3035412" y="2642088"/>
                  <a:pt x="2698456" y="2602449"/>
                  <a:pt x="2362173" y="2557423"/>
                </a:cubicBezTo>
                <a:cubicBezTo>
                  <a:pt x="1984692" y="2507270"/>
                  <a:pt x="1608364" y="2449544"/>
                  <a:pt x="1233178" y="2384247"/>
                </a:cubicBezTo>
                <a:cubicBezTo>
                  <a:pt x="842181" y="2315534"/>
                  <a:pt x="453758" y="2237046"/>
                  <a:pt x="68500" y="2144540"/>
                </a:cubicBezTo>
                <a:lnTo>
                  <a:pt x="0" y="2127185"/>
                </a:lnTo>
                <a:lnTo>
                  <a:pt x="0" y="2070696"/>
                </a:lnTo>
                <a:lnTo>
                  <a:pt x="72441" y="2089473"/>
                </a:lnTo>
                <a:cubicBezTo>
                  <a:pt x="247961" y="2131651"/>
                  <a:pt x="424164" y="2170911"/>
                  <a:pt x="600716" y="2207843"/>
                </a:cubicBezTo>
                <a:cubicBezTo>
                  <a:pt x="988279" y="2288657"/>
                  <a:pt x="1378133" y="2357555"/>
                  <a:pt x="1769512" y="2418011"/>
                </a:cubicBezTo>
                <a:cubicBezTo>
                  <a:pt x="2052426" y="2461587"/>
                  <a:pt x="2335725" y="2501684"/>
                  <a:pt x="2613554" y="2534953"/>
                </a:cubicBezTo>
                <a:cubicBezTo>
                  <a:pt x="2605544" y="2537560"/>
                  <a:pt x="2594611" y="2527504"/>
                  <a:pt x="2581134" y="2525022"/>
                </a:cubicBezTo>
                <a:cubicBezTo>
                  <a:pt x="2087178" y="2433070"/>
                  <a:pt x="1597684" y="2322177"/>
                  <a:pt x="1112635" y="2192325"/>
                </a:cubicBezTo>
                <a:cubicBezTo>
                  <a:pt x="880453" y="2130254"/>
                  <a:pt x="649713" y="2063776"/>
                  <a:pt x="420412" y="1992892"/>
                </a:cubicBezTo>
                <a:lnTo>
                  <a:pt x="0" y="185397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D3EE884-0882-B76C-DB7A-0DE9151D2E06}"/>
              </a:ext>
            </a:extLst>
          </p:cNvPr>
          <p:cNvSpPr>
            <a:spLocks noGrp="1"/>
          </p:cNvSpPr>
          <p:nvPr>
            <p:ph type="title"/>
          </p:nvPr>
        </p:nvSpPr>
        <p:spPr>
          <a:xfrm>
            <a:off x="630936" y="630936"/>
            <a:ext cx="3599688" cy="1463040"/>
          </a:xfrm>
        </p:spPr>
        <p:txBody>
          <a:bodyPr anchor="ctr">
            <a:normAutofit/>
          </a:bodyPr>
          <a:lstStyle/>
          <a:p>
            <a:r>
              <a:rPr lang="en-SE" sz="3000" b="1">
                <a:solidFill>
                  <a:srgbClr val="FFFFFF"/>
                </a:solidFill>
                <a:effectLst/>
                <a:latin typeface="Aptos" panose="020B0004020202020204" pitchFamily="34" charset="0"/>
                <a:ea typeface="Aptos" panose="020B0004020202020204" pitchFamily="34" charset="0"/>
                <a:cs typeface="Times New Roman" panose="02020603050405020304" pitchFamily="18" charset="0"/>
              </a:rPr>
              <a:t>Acceleration Sensor Data and Feature Extraction</a:t>
            </a:r>
            <a:endParaRPr lang="en-SE" sz="3000">
              <a:solidFill>
                <a:srgbClr val="FFFFFF"/>
              </a:solidFill>
            </a:endParaRPr>
          </a:p>
        </p:txBody>
      </p:sp>
      <p:sp>
        <p:nvSpPr>
          <p:cNvPr id="15" name="sketch line">
            <a:extLst>
              <a:ext uri="{FF2B5EF4-FFF2-40B4-BE49-F238E27FC236}">
                <a16:creationId xmlns:a16="http://schemas.microsoft.com/office/drawing/2014/main" id="{59FA8C2E-A5A7-4490-927A-7CD58343ED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353312"/>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BFB1E138-9273-5F26-7D41-74FD93E6B746}"/>
              </a:ext>
            </a:extLst>
          </p:cNvPr>
          <p:cNvSpPr>
            <a:spLocks noGrp="1"/>
          </p:cNvSpPr>
          <p:nvPr>
            <p:ph idx="1"/>
          </p:nvPr>
        </p:nvSpPr>
        <p:spPr>
          <a:xfrm>
            <a:off x="4474462" y="630936"/>
            <a:ext cx="7074409" cy="1463040"/>
          </a:xfrm>
        </p:spPr>
        <p:txBody>
          <a:bodyPr anchor="ctr">
            <a:normAutofit/>
          </a:bodyPr>
          <a:lstStyle/>
          <a:p>
            <a:endParaRPr lang="en-US" sz="2200">
              <a:solidFill>
                <a:srgbClr val="FFFFFF"/>
              </a:solidFill>
            </a:endParaRPr>
          </a:p>
        </p:txBody>
      </p:sp>
      <p:pic>
        <p:nvPicPr>
          <p:cNvPr id="4" name="Content Placeholder 3">
            <a:extLst>
              <a:ext uri="{FF2B5EF4-FFF2-40B4-BE49-F238E27FC236}">
                <a16:creationId xmlns:a16="http://schemas.microsoft.com/office/drawing/2014/main" id="{23CEA646-B853-0A24-A0B9-0B7FDB059B1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1274695" y="2948576"/>
            <a:ext cx="9642609" cy="3278488"/>
          </a:xfrm>
          <a:prstGeom prst="rect">
            <a:avLst/>
          </a:prstGeom>
          <a:noFill/>
        </p:spPr>
      </p:pic>
    </p:spTree>
    <p:extLst>
      <p:ext uri="{BB962C8B-B14F-4D97-AF65-F5344CB8AC3E}">
        <p14:creationId xmlns:p14="http://schemas.microsoft.com/office/powerpoint/2010/main" val="1555241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4" name="Rectangle 23">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1CA1F0-D939-3289-C712-20D4DE857A01}"/>
              </a:ext>
            </a:extLst>
          </p:cNvPr>
          <p:cNvSpPr>
            <a:spLocks noGrp="1"/>
          </p:cNvSpPr>
          <p:nvPr>
            <p:ph type="title"/>
          </p:nvPr>
        </p:nvSpPr>
        <p:spPr>
          <a:xfrm>
            <a:off x="699714" y="353160"/>
            <a:ext cx="7091300" cy="898581"/>
          </a:xfrm>
        </p:spPr>
        <p:txBody>
          <a:bodyPr vert="horz" lIns="91440" tIns="45720" rIns="91440" bIns="45720" rtlCol="0" anchor="ctr">
            <a:normAutofit/>
          </a:bodyPr>
          <a:lstStyle/>
          <a:p>
            <a:r>
              <a:rPr lang="en-US" sz="2800" b="1">
                <a:solidFill>
                  <a:srgbClr val="FFFFFF"/>
                </a:solidFill>
                <a:effectLst/>
              </a:rPr>
              <a:t>Acceleration Sensor Data and Feature Extraction</a:t>
            </a:r>
            <a:endParaRPr lang="en-US" sz="2800">
              <a:solidFill>
                <a:srgbClr val="FFFFFF"/>
              </a:solidFill>
            </a:endParaRPr>
          </a:p>
        </p:txBody>
      </p:sp>
      <p:pic>
        <p:nvPicPr>
          <p:cNvPr id="6" name="Picture 5">
            <a:extLst>
              <a:ext uri="{FF2B5EF4-FFF2-40B4-BE49-F238E27FC236}">
                <a16:creationId xmlns:a16="http://schemas.microsoft.com/office/drawing/2014/main" id="{59F8D3D0-F95E-FD5A-C217-2026CCC0D129}"/>
              </a:ext>
            </a:extLst>
          </p:cNvPr>
          <p:cNvPicPr>
            <a:picLocks noChangeAspect="1"/>
          </p:cNvPicPr>
          <p:nvPr/>
        </p:nvPicPr>
        <p:blipFill>
          <a:blip r:embed="rId3"/>
          <a:stretch>
            <a:fillRect/>
          </a:stretch>
        </p:blipFill>
        <p:spPr>
          <a:xfrm>
            <a:off x="715748" y="2365122"/>
            <a:ext cx="5131088" cy="3630244"/>
          </a:xfrm>
          <a:prstGeom prst="rect">
            <a:avLst/>
          </a:prstGeom>
        </p:spPr>
      </p:pic>
      <p:pic>
        <p:nvPicPr>
          <p:cNvPr id="10" name="Content Placeholder 9">
            <a:extLst>
              <a:ext uri="{FF2B5EF4-FFF2-40B4-BE49-F238E27FC236}">
                <a16:creationId xmlns:a16="http://schemas.microsoft.com/office/drawing/2014/main" id="{EDF34383-D9BF-96AA-7612-F2C225B198C9}"/>
              </a:ext>
            </a:extLst>
          </p:cNvPr>
          <p:cNvPicPr>
            <a:picLocks noGrp="1" noChangeAspect="1"/>
          </p:cNvPicPr>
          <p:nvPr>
            <p:ph idx="1"/>
          </p:nvPr>
        </p:nvPicPr>
        <p:blipFill>
          <a:blip r:embed="rId4"/>
          <a:stretch>
            <a:fillRect/>
          </a:stretch>
        </p:blipFill>
        <p:spPr>
          <a:xfrm>
            <a:off x="6345165" y="2375953"/>
            <a:ext cx="5131087" cy="3681555"/>
          </a:xfrm>
          <a:prstGeom prst="rect">
            <a:avLst/>
          </a:prstGeom>
        </p:spPr>
      </p:pic>
    </p:spTree>
    <p:extLst>
      <p:ext uri="{BB962C8B-B14F-4D97-AF65-F5344CB8AC3E}">
        <p14:creationId xmlns:p14="http://schemas.microsoft.com/office/powerpoint/2010/main" val="563911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B537079-CD89-399C-FFCD-029B0BF7305A}"/>
              </a:ext>
            </a:extLst>
          </p:cNvPr>
          <p:cNvSpPr>
            <a:spLocks noGrp="1"/>
          </p:cNvSpPr>
          <p:nvPr>
            <p:ph type="title"/>
          </p:nvPr>
        </p:nvSpPr>
        <p:spPr>
          <a:xfrm>
            <a:off x="838200" y="1195697"/>
            <a:ext cx="3200400" cy="4238118"/>
          </a:xfrm>
        </p:spPr>
        <p:txBody>
          <a:bodyPr>
            <a:normAutofit/>
          </a:bodyPr>
          <a:lstStyle/>
          <a:p>
            <a:r>
              <a:rPr lang="en-SE" sz="4100" b="1"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Acceleration Sensor Data and Feature Extraction</a:t>
            </a:r>
            <a:endParaRPr lang="en-SE" sz="4100" dirty="0">
              <a:solidFill>
                <a:schemeClr val="bg1"/>
              </a:solidFill>
            </a:endParaRPr>
          </a:p>
        </p:txBody>
      </p:sp>
      <p:grpSp>
        <p:nvGrpSpPr>
          <p:cNvPr id="36"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37" name="Freeform: Shape 36">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38" name="Freeform: Shape 37">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39" name="Oval 38">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5"/>
            <a:ext cx="975169"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40" name="Content Placeholder 2">
            <a:extLst>
              <a:ext uri="{FF2B5EF4-FFF2-40B4-BE49-F238E27FC236}">
                <a16:creationId xmlns:a16="http://schemas.microsoft.com/office/drawing/2014/main" id="{EF9BDCAC-B988-5F07-B423-A5BCE9977D89}"/>
              </a:ext>
            </a:extLst>
          </p:cNvPr>
          <p:cNvGraphicFramePr>
            <a:graphicFrameLocks noGrp="1"/>
          </p:cNvGraphicFramePr>
          <p:nvPr>
            <p:ph idx="1"/>
            <p:extLst>
              <p:ext uri="{D42A27DB-BD31-4B8C-83A1-F6EECF244321}">
                <p14:modId xmlns:p14="http://schemas.microsoft.com/office/powerpoint/2010/main" val="2711348631"/>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373302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667CF7-6129-9FC2-305B-9D61767570D4}"/>
              </a:ext>
            </a:extLst>
          </p:cNvPr>
          <p:cNvSpPr>
            <a:spLocks noGrp="1"/>
          </p:cNvSpPr>
          <p:nvPr>
            <p:ph type="title"/>
          </p:nvPr>
        </p:nvSpPr>
        <p:spPr>
          <a:xfrm>
            <a:off x="586478" y="1683756"/>
            <a:ext cx="3115265" cy="2396359"/>
          </a:xfrm>
        </p:spPr>
        <p:txBody>
          <a:bodyPr anchor="b">
            <a:normAutofit/>
          </a:bodyPr>
          <a:lstStyle/>
          <a:p>
            <a:pPr algn="r"/>
            <a:r>
              <a:rPr lang="en-SE" sz="3700" b="1">
                <a:solidFill>
                  <a:srgbClr val="FFFFFF"/>
                </a:solidFill>
                <a:effectLst/>
                <a:latin typeface="Aptos" panose="020B0004020202020204" pitchFamily="34" charset="0"/>
                <a:ea typeface="Aptos" panose="020B0004020202020204" pitchFamily="34" charset="0"/>
                <a:cs typeface="Times New Roman" panose="02020603050405020304" pitchFamily="18" charset="0"/>
              </a:rPr>
              <a:t>Acceleration Sensor Data and Feature Extraction</a:t>
            </a:r>
            <a:endParaRPr lang="en-SE" sz="3700">
              <a:solidFill>
                <a:srgbClr val="FFFFFF"/>
              </a:solidFill>
            </a:endParaRPr>
          </a:p>
        </p:txBody>
      </p:sp>
      <p:graphicFrame>
        <p:nvGraphicFramePr>
          <p:cNvPr id="5" name="Content Placeholder 2">
            <a:extLst>
              <a:ext uri="{FF2B5EF4-FFF2-40B4-BE49-F238E27FC236}">
                <a16:creationId xmlns:a16="http://schemas.microsoft.com/office/drawing/2014/main" id="{72C3DD52-DA43-219C-7614-4964255EE77F}"/>
              </a:ext>
            </a:extLst>
          </p:cNvPr>
          <p:cNvGraphicFramePr>
            <a:graphicFrameLocks noGrp="1"/>
          </p:cNvGraphicFramePr>
          <p:nvPr>
            <p:ph idx="1"/>
            <p:extLst>
              <p:ext uri="{D42A27DB-BD31-4B8C-83A1-F6EECF244321}">
                <p14:modId xmlns:p14="http://schemas.microsoft.com/office/powerpoint/2010/main" val="1710472488"/>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74599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5" name="Rectangle 1054">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6" name="Freeform: Shape 1055">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EEA9EA8-7E87-F9D8-5BE8-6365DC9BEBC2}"/>
              </a:ext>
            </a:extLst>
          </p:cNvPr>
          <p:cNvSpPr>
            <a:spLocks noGrp="1"/>
          </p:cNvSpPr>
          <p:nvPr>
            <p:ph type="title"/>
          </p:nvPr>
        </p:nvSpPr>
        <p:spPr>
          <a:xfrm>
            <a:off x="1137034" y="609597"/>
            <a:ext cx="9392421" cy="1330841"/>
          </a:xfrm>
        </p:spPr>
        <p:txBody>
          <a:bodyPr>
            <a:normAutofit/>
          </a:bodyPr>
          <a:lstStyle/>
          <a:p>
            <a:r>
              <a:rPr lang="en-SE" b="1">
                <a:effectLst/>
                <a:latin typeface="Aptos" panose="020B0004020202020204" pitchFamily="34" charset="0"/>
                <a:ea typeface="Aptos" panose="020B0004020202020204" pitchFamily="34" charset="0"/>
                <a:cs typeface="Times New Roman" panose="02020603050405020304" pitchFamily="18" charset="0"/>
              </a:rPr>
              <a:t>Acceleration Sensor Data and Feature Extraction</a:t>
            </a:r>
            <a:endParaRPr lang="en-SE"/>
          </a:p>
        </p:txBody>
      </p:sp>
      <p:sp>
        <p:nvSpPr>
          <p:cNvPr id="3" name="Content Placeholder 2">
            <a:extLst>
              <a:ext uri="{FF2B5EF4-FFF2-40B4-BE49-F238E27FC236}">
                <a16:creationId xmlns:a16="http://schemas.microsoft.com/office/drawing/2014/main" id="{A935166F-B5D0-CACF-5A23-0CC8F6288C35}"/>
              </a:ext>
            </a:extLst>
          </p:cNvPr>
          <p:cNvSpPr>
            <a:spLocks noGrp="1"/>
          </p:cNvSpPr>
          <p:nvPr>
            <p:ph idx="1"/>
          </p:nvPr>
        </p:nvSpPr>
        <p:spPr>
          <a:xfrm>
            <a:off x="1137034" y="2198362"/>
            <a:ext cx="4958966" cy="3917773"/>
          </a:xfrm>
        </p:spPr>
        <p:txBody>
          <a:bodyPr>
            <a:normAutofit/>
          </a:bodyPr>
          <a:lstStyle/>
          <a:p>
            <a:pPr>
              <a:spcAft>
                <a:spcPts val="800"/>
              </a:spcAft>
              <a:tabLst>
                <a:tab pos="457200" algn="l"/>
              </a:tabLst>
            </a:pPr>
            <a:r>
              <a:rPr lang="en-SE" sz="1100" b="1" kern="100" dirty="0">
                <a:effectLst/>
                <a:latin typeface="Aptos" panose="020B0004020202020204" pitchFamily="34" charset="0"/>
                <a:ea typeface="Aptos" panose="020B0004020202020204" pitchFamily="34" charset="0"/>
                <a:cs typeface="Times New Roman" panose="02020603050405020304" pitchFamily="18" charset="0"/>
              </a:rPr>
              <a:t>Root Mean Square (RMS)</a:t>
            </a:r>
            <a:r>
              <a:rPr lang="en-SE" sz="1100" kern="100" dirty="0">
                <a:effectLst/>
                <a:latin typeface="Aptos" panose="020B0004020202020204" pitchFamily="34" charset="0"/>
                <a:ea typeface="Aptos" panose="020B0004020202020204" pitchFamily="34" charset="0"/>
                <a:cs typeface="Times New Roman" panose="02020603050405020304" pitchFamily="18" charset="0"/>
              </a:rPr>
              <a:t>  A special way of averaging numbers that considers both positive and negative values.</a:t>
            </a:r>
            <a:br>
              <a:rPr lang="en-SE" sz="1100" kern="100" dirty="0">
                <a:effectLst/>
                <a:latin typeface="Aptos" panose="020B0004020202020204" pitchFamily="34" charset="0"/>
                <a:ea typeface="Aptos" panose="020B0004020202020204" pitchFamily="34" charset="0"/>
                <a:cs typeface="Times New Roman" panose="02020603050405020304" pitchFamily="18" charset="0"/>
              </a:rPr>
            </a:b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tabLst>
                <a:tab pos="457200" algn="l"/>
              </a:tabLst>
            </a:pP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tabLst>
                <a:tab pos="457200" algn="l"/>
              </a:tabLst>
            </a:pPr>
            <a:r>
              <a:rPr lang="en-SE" sz="1100" b="1" dirty="0">
                <a:effectLst/>
                <a:latin typeface="Aptos" panose="020B0004020202020204" pitchFamily="34" charset="0"/>
                <a:ea typeface="Aptos" panose="020B0004020202020204" pitchFamily="34" charset="0"/>
                <a:cs typeface="Times New Roman" panose="02020603050405020304" pitchFamily="18" charset="0"/>
              </a:rPr>
              <a:t>Crest Factor</a:t>
            </a:r>
            <a:r>
              <a:rPr lang="en-SE" sz="1100" dirty="0">
                <a:effectLst/>
                <a:latin typeface="Aptos" panose="020B0004020202020204" pitchFamily="34" charset="0"/>
                <a:ea typeface="Aptos" panose="020B0004020202020204" pitchFamily="34" charset="0"/>
                <a:cs typeface="Times New Roman" panose="02020603050405020304" pitchFamily="18" charset="0"/>
              </a:rPr>
              <a:t> – Tells us how sharp or smooth a signal is by comparing the peak value to RMS.</a:t>
            </a:r>
            <a:endParaRPr lang="en-US" sz="1100" dirty="0">
              <a:effectLst/>
              <a:latin typeface="Aptos" panose="020B0004020202020204" pitchFamily="34" charset="0"/>
              <a:ea typeface="Aptos" panose="020B0004020202020204" pitchFamily="34" charset="0"/>
              <a:cs typeface="Times New Roman" panose="02020603050405020304" pitchFamily="18" charset="0"/>
            </a:endParaRPr>
          </a:p>
          <a:p>
            <a:pPr marL="0" lvl="0" indent="0">
              <a:spcAft>
                <a:spcPts val="800"/>
              </a:spcAft>
              <a:buNone/>
              <a:tabLst>
                <a:tab pos="457200" algn="l"/>
              </a:tabLst>
            </a:pPr>
            <a:r>
              <a:rPr lang="en-SE" sz="1100" i="1" kern="100" dirty="0">
                <a:effectLst/>
                <a:latin typeface="Aptos" panose="020B0004020202020204" pitchFamily="34" charset="0"/>
                <a:ea typeface="Aptos" panose="020B0004020202020204" pitchFamily="34" charset="0"/>
                <a:cs typeface="Times New Roman" panose="02020603050405020304" pitchFamily="18" charset="0"/>
              </a:rPr>
              <a:t>Example: A smooth wave has a low crest factor; a sharp peak has a high crest factor.</a:t>
            </a:r>
            <a:endParaRPr lang="en-SE" sz="1100" kern="100" dirty="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tabLst>
                <a:tab pos="457200" algn="l"/>
              </a:tabLst>
            </a:pPr>
            <a:r>
              <a:rPr lang="en-SE" sz="1100" b="1" kern="100" dirty="0">
                <a:effectLst/>
                <a:latin typeface="Aptos" panose="020B0004020202020204" pitchFamily="34" charset="0"/>
                <a:ea typeface="Aptos" panose="020B0004020202020204" pitchFamily="34" charset="0"/>
                <a:cs typeface="Times New Roman" panose="02020603050405020304" pitchFamily="18" charset="0"/>
              </a:rPr>
              <a:t>Variance</a:t>
            </a:r>
            <a:r>
              <a:rPr lang="en-SE" sz="1100" kern="100" dirty="0">
                <a:effectLst/>
                <a:latin typeface="Aptos" panose="020B0004020202020204" pitchFamily="34" charset="0"/>
                <a:ea typeface="Aptos" panose="020B0004020202020204" pitchFamily="34" charset="0"/>
                <a:cs typeface="Times New Roman" panose="02020603050405020304" pitchFamily="18" charset="0"/>
              </a:rPr>
              <a:t> – Another way to measure spread, like standard deviation, but squared.</a:t>
            </a:r>
            <a:br>
              <a:rPr lang="en-SE" sz="1100" kern="100" dirty="0">
                <a:effectLst/>
                <a:latin typeface="Aptos" panose="020B0004020202020204" pitchFamily="34" charset="0"/>
                <a:ea typeface="Aptos" panose="020B0004020202020204" pitchFamily="34" charset="0"/>
                <a:cs typeface="Times New Roman" panose="02020603050405020304" pitchFamily="18" charset="0"/>
              </a:rPr>
            </a:br>
            <a:r>
              <a:rPr lang="en-SE" sz="1100" i="1" kern="100" dirty="0">
                <a:effectLst/>
                <a:latin typeface="Aptos" panose="020B0004020202020204" pitchFamily="34" charset="0"/>
                <a:ea typeface="Aptos" panose="020B0004020202020204" pitchFamily="34" charset="0"/>
                <a:cs typeface="Times New Roman" panose="02020603050405020304" pitchFamily="18" charset="0"/>
              </a:rPr>
              <a:t>Example: If data points are close together, variance is low; if they are far apart, variance is high.</a:t>
            </a:r>
            <a:endParaRPr lang="en-SE" sz="1100" kern="100" dirty="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tabLst>
                <a:tab pos="457200" algn="l"/>
              </a:tabLst>
            </a:pPr>
            <a:r>
              <a:rPr lang="en-SE" sz="1100" b="1" kern="100" dirty="0">
                <a:effectLst/>
                <a:latin typeface="Aptos" panose="020B0004020202020204" pitchFamily="34" charset="0"/>
                <a:ea typeface="Aptos" panose="020B0004020202020204" pitchFamily="34" charset="0"/>
                <a:cs typeface="Times New Roman" panose="02020603050405020304" pitchFamily="18" charset="0"/>
              </a:rPr>
              <a:t>Zero Crossings</a:t>
            </a:r>
            <a:r>
              <a:rPr lang="en-SE" sz="1100" kern="100" dirty="0">
                <a:effectLst/>
                <a:latin typeface="Aptos" panose="020B0004020202020204" pitchFamily="34" charset="0"/>
                <a:ea typeface="Aptos" panose="020B0004020202020204" pitchFamily="34" charset="0"/>
                <a:cs typeface="Times New Roman" panose="02020603050405020304" pitchFamily="18" charset="0"/>
              </a:rPr>
              <a:t> – How many times a signal crosses the zero line.</a:t>
            </a:r>
            <a:br>
              <a:rPr lang="en-SE" sz="1100" kern="100" dirty="0">
                <a:effectLst/>
                <a:latin typeface="Aptos" panose="020B0004020202020204" pitchFamily="34" charset="0"/>
                <a:ea typeface="Aptos" panose="020B0004020202020204" pitchFamily="34" charset="0"/>
                <a:cs typeface="Times New Roman" panose="02020603050405020304" pitchFamily="18" charset="0"/>
              </a:rPr>
            </a:br>
            <a:r>
              <a:rPr lang="en-SE" sz="1100" i="1" kern="100" dirty="0">
                <a:effectLst/>
                <a:latin typeface="Aptos" panose="020B0004020202020204" pitchFamily="34" charset="0"/>
                <a:ea typeface="Aptos" panose="020B0004020202020204" pitchFamily="34" charset="0"/>
                <a:cs typeface="Times New Roman" panose="02020603050405020304" pitchFamily="18" charset="0"/>
              </a:rPr>
              <a:t>Example: A fast-changing wave crosses zero more often than a slow one.</a:t>
            </a:r>
            <a:endParaRPr lang="en-SE" sz="11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SE" sz="1100" dirty="0"/>
          </a:p>
          <a:p>
            <a:endParaRPr lang="en-SE" sz="1100" dirty="0"/>
          </a:p>
        </p:txBody>
      </p:sp>
      <p:pic>
        <p:nvPicPr>
          <p:cNvPr id="1028" name="Picture 4" descr="SmartSelect_20230406-142057_Chrome">
            <a:extLst>
              <a:ext uri="{FF2B5EF4-FFF2-40B4-BE49-F238E27FC236}">
                <a16:creationId xmlns:a16="http://schemas.microsoft.com/office/drawing/2014/main" id="{81A812D9-CB9C-4259-9CA5-6E9F415B677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672" t="-12116" b="46602"/>
          <a:stretch/>
        </p:blipFill>
        <p:spPr bwMode="auto">
          <a:xfrm>
            <a:off x="6719367" y="3193809"/>
            <a:ext cx="4788505" cy="1738125"/>
          </a:xfrm>
          <a:prstGeom prst="rect">
            <a:avLst/>
          </a:prstGeom>
          <a:noFill/>
          <a:extLst>
            <a:ext uri="{909E8E84-426E-40DD-AFC4-6F175D3DCCD1}">
              <a14:hiddenFill xmlns:a14="http://schemas.microsoft.com/office/drawing/2010/main">
                <a:solidFill>
                  <a:srgbClr val="FFFFFF"/>
                </a:solidFill>
              </a14:hiddenFill>
            </a:ext>
          </a:extLst>
        </p:spPr>
      </p:pic>
      <p:sp>
        <p:nvSpPr>
          <p:cNvPr id="1057" name="Freeform: Shape 1056">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830689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51B26-0DA0-71B2-E2CB-919B244575EE}"/>
              </a:ext>
            </a:extLst>
          </p:cNvPr>
          <p:cNvSpPr>
            <a:spLocks noGrp="1"/>
          </p:cNvSpPr>
          <p:nvPr>
            <p:ph type="title"/>
          </p:nvPr>
        </p:nvSpPr>
        <p:spPr/>
        <p:txBody>
          <a:bodyPr>
            <a:normAutofit/>
          </a:bodyPr>
          <a:lstStyle/>
          <a:p>
            <a:r>
              <a:rPr lang="en-SE" sz="2000" b="1">
                <a:effectLst/>
                <a:latin typeface="Aptos" panose="020B0004020202020204" pitchFamily="34" charset="0"/>
                <a:ea typeface="Aptos" panose="020B0004020202020204" pitchFamily="34" charset="0"/>
                <a:cs typeface="Times New Roman" panose="02020603050405020304" pitchFamily="18" charset="0"/>
              </a:rPr>
              <a:t>Acceleration Sensor Data and Feature Extraction</a:t>
            </a:r>
            <a:endParaRPr lang="en-SE" sz="2000" dirty="0"/>
          </a:p>
        </p:txBody>
      </p:sp>
      <p:graphicFrame>
        <p:nvGraphicFramePr>
          <p:cNvPr id="71" name="Content Placeholder 2">
            <a:extLst>
              <a:ext uri="{FF2B5EF4-FFF2-40B4-BE49-F238E27FC236}">
                <a16:creationId xmlns:a16="http://schemas.microsoft.com/office/drawing/2014/main" id="{692989E1-6D1C-38BD-B72C-24E4CFCAE78D}"/>
              </a:ext>
            </a:extLst>
          </p:cNvPr>
          <p:cNvGraphicFramePr>
            <a:graphicFrameLocks noGrp="1"/>
          </p:cNvGraphicFramePr>
          <p:nvPr>
            <p:ph idx="1"/>
            <p:extLst>
              <p:ext uri="{D42A27DB-BD31-4B8C-83A1-F6EECF244321}">
                <p14:modId xmlns:p14="http://schemas.microsoft.com/office/powerpoint/2010/main" val="8051656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358786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Freeform: Shape 40">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2" name="Rectangle 41">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D4F6CB-FF97-AC6D-1852-77F5A709D68B}"/>
              </a:ext>
            </a:extLst>
          </p:cNvPr>
          <p:cNvSpPr>
            <a:spLocks noGrp="1"/>
          </p:cNvSpPr>
          <p:nvPr>
            <p:ph type="title"/>
          </p:nvPr>
        </p:nvSpPr>
        <p:spPr>
          <a:xfrm>
            <a:off x="586478" y="1683756"/>
            <a:ext cx="3115265" cy="2396359"/>
          </a:xfrm>
        </p:spPr>
        <p:txBody>
          <a:bodyPr anchor="b">
            <a:normAutofit/>
          </a:bodyPr>
          <a:lstStyle/>
          <a:p>
            <a:pPr algn="r"/>
            <a:r>
              <a:rPr lang="en-SE" sz="3400" b="1">
                <a:solidFill>
                  <a:srgbClr val="FFFFFF"/>
                </a:solidFill>
                <a:effectLst/>
                <a:latin typeface="Aptos" panose="020B0004020202020204" pitchFamily="34" charset="0"/>
                <a:ea typeface="Aptos" panose="020B0004020202020204" pitchFamily="34" charset="0"/>
                <a:cs typeface="Times New Roman" panose="02020603050405020304" pitchFamily="18" charset="0"/>
              </a:rPr>
              <a:t>Data Preprocessing</a:t>
            </a:r>
            <a:endParaRPr lang="en-SE" sz="3400">
              <a:solidFill>
                <a:srgbClr val="FFFFFF"/>
              </a:solidFill>
            </a:endParaRPr>
          </a:p>
        </p:txBody>
      </p:sp>
      <p:graphicFrame>
        <p:nvGraphicFramePr>
          <p:cNvPr id="43" name="Content Placeholder 2">
            <a:extLst>
              <a:ext uri="{FF2B5EF4-FFF2-40B4-BE49-F238E27FC236}">
                <a16:creationId xmlns:a16="http://schemas.microsoft.com/office/drawing/2014/main" id="{C74EAD0D-A450-80D3-B97A-D420A39B0A59}"/>
              </a:ext>
            </a:extLst>
          </p:cNvPr>
          <p:cNvGraphicFramePr>
            <a:graphicFrameLocks noGrp="1"/>
          </p:cNvGraphicFramePr>
          <p:nvPr>
            <p:ph idx="1"/>
            <p:extLst>
              <p:ext uri="{D42A27DB-BD31-4B8C-83A1-F6EECF244321}">
                <p14:modId xmlns:p14="http://schemas.microsoft.com/office/powerpoint/2010/main" val="2093128031"/>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068544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51922D2-D397-9EA4-A66D-55B0884D1A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A2A770-61B7-0BD5-FEB1-AE8C58BC2BFA}"/>
              </a:ext>
            </a:extLst>
          </p:cNvPr>
          <p:cNvSpPr>
            <a:spLocks noGrp="1"/>
          </p:cNvSpPr>
          <p:nvPr>
            <p:ph type="title"/>
          </p:nvPr>
        </p:nvSpPr>
        <p:spPr>
          <a:xfrm>
            <a:off x="612649" y="548639"/>
            <a:ext cx="3494314" cy="5786638"/>
          </a:xfrm>
        </p:spPr>
        <p:txBody>
          <a:bodyPr anchor="t">
            <a:normAutofit/>
          </a:bodyPr>
          <a:lstStyle/>
          <a:p>
            <a:r>
              <a:rPr lang="en-US"/>
              <a:t>Evaluating SVM Performance: 80/20 Train-Test Split vs. K-Fold Cross-Validation</a:t>
            </a:r>
            <a:endParaRPr lang="en-SE"/>
          </a:p>
        </p:txBody>
      </p:sp>
      <p:graphicFrame>
        <p:nvGraphicFramePr>
          <p:cNvPr id="14" name="Content Placeholder 2">
            <a:extLst>
              <a:ext uri="{FF2B5EF4-FFF2-40B4-BE49-F238E27FC236}">
                <a16:creationId xmlns:a16="http://schemas.microsoft.com/office/drawing/2014/main" id="{0C152D5C-C5A8-8972-2BA0-DAAAA29D8D64}"/>
              </a:ext>
            </a:extLst>
          </p:cNvPr>
          <p:cNvGraphicFramePr>
            <a:graphicFrameLocks noGrp="1"/>
          </p:cNvGraphicFramePr>
          <p:nvPr>
            <p:ph idx="1"/>
            <p:extLst>
              <p:ext uri="{D42A27DB-BD31-4B8C-83A1-F6EECF244321}">
                <p14:modId xmlns:p14="http://schemas.microsoft.com/office/powerpoint/2010/main" val="4182379535"/>
              </p:ext>
            </p:extLst>
          </p:nvPr>
        </p:nvGraphicFramePr>
        <p:xfrm>
          <a:off x="4608246" y="548640"/>
          <a:ext cx="6949440" cy="57866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005932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65B2438-F97E-7634-3676-6DFB084C54B6}"/>
              </a:ext>
            </a:extLst>
          </p:cNvPr>
          <p:cNvSpPr>
            <a:spLocks noGrp="1"/>
          </p:cNvSpPr>
          <p:nvPr>
            <p:ph type="title"/>
          </p:nvPr>
        </p:nvSpPr>
        <p:spPr>
          <a:xfrm>
            <a:off x="1137034" y="609597"/>
            <a:ext cx="9392421" cy="1330841"/>
          </a:xfrm>
        </p:spPr>
        <p:txBody>
          <a:bodyPr>
            <a:normAutofit/>
          </a:bodyPr>
          <a:lstStyle/>
          <a:p>
            <a:r>
              <a:rPr lang="en-US" dirty="0"/>
              <a:t>Binary Classification Using Machine Learning </a:t>
            </a:r>
            <a:endParaRPr lang="en-SE" dirty="0"/>
          </a:p>
        </p:txBody>
      </p:sp>
      <p:sp>
        <p:nvSpPr>
          <p:cNvPr id="3" name="Content Placeholder 2">
            <a:extLst>
              <a:ext uri="{FF2B5EF4-FFF2-40B4-BE49-F238E27FC236}">
                <a16:creationId xmlns:a16="http://schemas.microsoft.com/office/drawing/2014/main" id="{FAA7335A-00E4-E68F-D130-726E0916B09F}"/>
              </a:ext>
            </a:extLst>
          </p:cNvPr>
          <p:cNvSpPr>
            <a:spLocks noGrp="1"/>
          </p:cNvSpPr>
          <p:nvPr>
            <p:ph idx="1"/>
          </p:nvPr>
        </p:nvSpPr>
        <p:spPr>
          <a:xfrm>
            <a:off x="1137034" y="2198362"/>
            <a:ext cx="4958966" cy="3917773"/>
          </a:xfrm>
        </p:spPr>
        <p:txBody>
          <a:bodyPr>
            <a:normAutofit/>
          </a:bodyPr>
          <a:lstStyle/>
          <a:p>
            <a:pPr marL="0" indent="0">
              <a:buNone/>
            </a:pPr>
            <a:r>
              <a:rPr lang="en-US" sz="2000" b="1" dirty="0"/>
              <a:t>Binary classification</a:t>
            </a:r>
            <a:r>
              <a:rPr lang="en-US" sz="2000" dirty="0"/>
              <a:t> means sorting things into </a:t>
            </a:r>
            <a:r>
              <a:rPr lang="en-US" sz="2000" b="1" dirty="0"/>
              <a:t>two groups. </a:t>
            </a:r>
          </a:p>
          <a:p>
            <a:pPr marL="0" indent="0">
              <a:buNone/>
            </a:pPr>
            <a:endParaRPr lang="en-US" sz="2000" b="1" dirty="0"/>
          </a:p>
          <a:p>
            <a:pPr marL="342900" indent="-342900">
              <a:buAutoNum type="arabicPeriod"/>
            </a:pPr>
            <a:r>
              <a:rPr lang="en-US" sz="2000" dirty="0"/>
              <a:t>Support Vector Machines (SVM)</a:t>
            </a:r>
          </a:p>
          <a:p>
            <a:pPr marL="0" indent="0">
              <a:buNone/>
            </a:pPr>
            <a:r>
              <a:rPr lang="en-US" sz="2000" b="1" dirty="0"/>
              <a:t>What it does:</a:t>
            </a:r>
            <a:r>
              <a:rPr lang="en-US" sz="2000" dirty="0"/>
              <a:t> Draws a </a:t>
            </a:r>
            <a:r>
              <a:rPr lang="en-US" sz="2000" b="1" dirty="0"/>
              <a:t>boundary (line or curve)</a:t>
            </a:r>
            <a:r>
              <a:rPr lang="en-US" sz="2000" dirty="0"/>
              <a:t> that best separates two groups.</a:t>
            </a:r>
          </a:p>
          <a:p>
            <a:pPr marL="0" indent="0">
              <a:buNone/>
            </a:pPr>
            <a:endParaRPr lang="en-SE" sz="2000" dirty="0"/>
          </a:p>
        </p:txBody>
      </p:sp>
      <p:pic>
        <p:nvPicPr>
          <p:cNvPr id="5" name="Picture 4">
            <a:extLst>
              <a:ext uri="{FF2B5EF4-FFF2-40B4-BE49-F238E27FC236}">
                <a16:creationId xmlns:a16="http://schemas.microsoft.com/office/drawing/2014/main" id="{3602CF95-809D-DC8F-E420-2A8B31467A98}"/>
              </a:ext>
            </a:extLst>
          </p:cNvPr>
          <p:cNvPicPr>
            <a:picLocks noChangeAspect="1"/>
          </p:cNvPicPr>
          <p:nvPr/>
        </p:nvPicPr>
        <p:blipFill>
          <a:blip r:embed="rId3"/>
          <a:stretch>
            <a:fillRect/>
          </a:stretch>
        </p:blipFill>
        <p:spPr>
          <a:xfrm>
            <a:off x="6758814" y="2184914"/>
            <a:ext cx="4709611" cy="3755915"/>
          </a:xfrm>
          <a:prstGeom prst="rect">
            <a:avLst/>
          </a:prstGeom>
        </p:spPr>
      </p:pic>
      <p:sp>
        <p:nvSpPr>
          <p:cNvPr id="23" name="Freeform: Shape 22">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2410557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DFFC626-863A-4115-A800-D614714BBC55}"/>
              </a:ext>
            </a:extLst>
          </p:cNvPr>
          <p:cNvSpPr>
            <a:spLocks noGrp="1"/>
          </p:cNvSpPr>
          <p:nvPr>
            <p:ph type="title"/>
          </p:nvPr>
        </p:nvSpPr>
        <p:spPr>
          <a:xfrm>
            <a:off x="1137034" y="609597"/>
            <a:ext cx="9392421" cy="1330841"/>
          </a:xfrm>
        </p:spPr>
        <p:txBody>
          <a:bodyPr>
            <a:normAutofit/>
          </a:bodyPr>
          <a:lstStyle/>
          <a:p>
            <a:r>
              <a:rPr lang="en-US" dirty="0"/>
              <a:t>Binary Classification Using Machine Learning </a:t>
            </a:r>
            <a:endParaRPr lang="en-SE" dirty="0"/>
          </a:p>
        </p:txBody>
      </p:sp>
      <p:sp>
        <p:nvSpPr>
          <p:cNvPr id="3" name="Content Placeholder 2">
            <a:extLst>
              <a:ext uri="{FF2B5EF4-FFF2-40B4-BE49-F238E27FC236}">
                <a16:creationId xmlns:a16="http://schemas.microsoft.com/office/drawing/2014/main" id="{EA4668D5-7D57-7C4D-8B28-00E4DC81E1DE}"/>
              </a:ext>
            </a:extLst>
          </p:cNvPr>
          <p:cNvSpPr>
            <a:spLocks noGrp="1"/>
          </p:cNvSpPr>
          <p:nvPr>
            <p:ph idx="1"/>
          </p:nvPr>
        </p:nvSpPr>
        <p:spPr>
          <a:xfrm>
            <a:off x="1137034" y="2198362"/>
            <a:ext cx="4958966" cy="3917773"/>
          </a:xfrm>
        </p:spPr>
        <p:txBody>
          <a:bodyPr>
            <a:normAutofit/>
          </a:bodyPr>
          <a:lstStyle/>
          <a:p>
            <a:r>
              <a:rPr lang="en-US" sz="2000" b="1" dirty="0"/>
              <a:t>What is Random Forest?</a:t>
            </a:r>
          </a:p>
          <a:p>
            <a:pPr marL="0" indent="0">
              <a:buNone/>
            </a:pPr>
            <a:r>
              <a:rPr lang="en-US" sz="2000" dirty="0"/>
              <a:t>Random Forest is an ensemble learning method that builds multiple decision trees and combines their predictions to improve accuracy and reduce overfitting. It is commonly used for classification and regression tasks.</a:t>
            </a:r>
          </a:p>
          <a:p>
            <a:pPr marL="0" indent="0">
              <a:buNone/>
            </a:pPr>
            <a:endParaRPr lang="en-SE" sz="2000" dirty="0"/>
          </a:p>
        </p:txBody>
      </p:sp>
      <p:pic>
        <p:nvPicPr>
          <p:cNvPr id="5" name="Picture 4">
            <a:extLst>
              <a:ext uri="{FF2B5EF4-FFF2-40B4-BE49-F238E27FC236}">
                <a16:creationId xmlns:a16="http://schemas.microsoft.com/office/drawing/2014/main" id="{945C77C2-53DD-32E7-0DAE-8FF096BED88D}"/>
              </a:ext>
            </a:extLst>
          </p:cNvPr>
          <p:cNvPicPr>
            <a:picLocks noChangeAspect="1"/>
          </p:cNvPicPr>
          <p:nvPr/>
        </p:nvPicPr>
        <p:blipFill>
          <a:blip r:embed="rId3"/>
          <a:stretch>
            <a:fillRect/>
          </a:stretch>
        </p:blipFill>
        <p:spPr>
          <a:xfrm>
            <a:off x="6758814" y="2184914"/>
            <a:ext cx="4709611" cy="3755915"/>
          </a:xfrm>
          <a:prstGeom prst="rect">
            <a:avLst/>
          </a:prstGeom>
        </p:spPr>
      </p:pic>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7355701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6674508-81D3-48CF-96BF-7FC60EAA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741994"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343105F-793C-03FB-ED09-D6E4FCC08B5A}"/>
              </a:ext>
            </a:extLst>
          </p:cNvPr>
          <p:cNvSpPr>
            <a:spLocks noGrp="1"/>
          </p:cNvSpPr>
          <p:nvPr>
            <p:ph type="title"/>
          </p:nvPr>
        </p:nvSpPr>
        <p:spPr>
          <a:xfrm>
            <a:off x="1137034" y="609600"/>
            <a:ext cx="4784796" cy="1330840"/>
          </a:xfrm>
        </p:spPr>
        <p:txBody>
          <a:bodyPr>
            <a:normAutofit/>
          </a:bodyPr>
          <a:lstStyle/>
          <a:p>
            <a:r>
              <a:rPr lang="en-US" sz="3700" dirty="0"/>
              <a:t>Binary Classification Using Machine Learning </a:t>
            </a:r>
            <a:endParaRPr lang="en-SE" sz="3700" dirty="0"/>
          </a:p>
        </p:txBody>
      </p:sp>
      <p:sp>
        <p:nvSpPr>
          <p:cNvPr id="3" name="Content Placeholder 2">
            <a:extLst>
              <a:ext uri="{FF2B5EF4-FFF2-40B4-BE49-F238E27FC236}">
                <a16:creationId xmlns:a16="http://schemas.microsoft.com/office/drawing/2014/main" id="{43450CC2-25A7-1156-DCBE-8AE9A20CDBB9}"/>
              </a:ext>
            </a:extLst>
          </p:cNvPr>
          <p:cNvSpPr>
            <a:spLocks noGrp="1"/>
          </p:cNvSpPr>
          <p:nvPr>
            <p:ph idx="1"/>
          </p:nvPr>
        </p:nvSpPr>
        <p:spPr>
          <a:xfrm>
            <a:off x="1137034" y="2194102"/>
            <a:ext cx="4438036" cy="3908585"/>
          </a:xfrm>
        </p:spPr>
        <p:txBody>
          <a:bodyPr>
            <a:normAutofit/>
          </a:bodyPr>
          <a:lstStyle/>
          <a:p>
            <a:r>
              <a:rPr lang="en-US" sz="1700" dirty="0"/>
              <a:t>Gradient Boosting Classifier is a machine learning technique that builds models in stages, where each new model corrects the errors of the previous ones. It starts with a simple model (usually a decision tree), identifies where it made mistakes, and then adds new trees to fix those errors. This process continues until the model becomes highly accurate. By combining multiple weak models, GBM creates a strong predictive model that performs well on complex data. However, it requires careful tuning to avoid overfitting and can be computationally expensive.</a:t>
            </a:r>
            <a:endParaRPr lang="en-SE" sz="1700" dirty="0"/>
          </a:p>
        </p:txBody>
      </p:sp>
      <p:pic>
        <p:nvPicPr>
          <p:cNvPr id="5" name="Picture 4">
            <a:extLst>
              <a:ext uri="{FF2B5EF4-FFF2-40B4-BE49-F238E27FC236}">
                <a16:creationId xmlns:a16="http://schemas.microsoft.com/office/drawing/2014/main" id="{F2E5D264-EF23-6514-C921-3046AA790EF7}"/>
              </a:ext>
            </a:extLst>
          </p:cNvPr>
          <p:cNvPicPr>
            <a:picLocks noChangeAspect="1"/>
          </p:cNvPicPr>
          <p:nvPr/>
        </p:nvPicPr>
        <p:blipFill>
          <a:blip r:embed="rId3"/>
          <a:stretch>
            <a:fillRect/>
          </a:stretch>
        </p:blipFill>
        <p:spPr>
          <a:xfrm>
            <a:off x="6880610" y="1550970"/>
            <a:ext cx="4737650" cy="3778275"/>
          </a:xfrm>
          <a:prstGeom prst="rect">
            <a:avLst/>
          </a:prstGeom>
        </p:spPr>
      </p:pic>
    </p:spTree>
    <p:extLst>
      <p:ext uri="{BB962C8B-B14F-4D97-AF65-F5344CB8AC3E}">
        <p14:creationId xmlns:p14="http://schemas.microsoft.com/office/powerpoint/2010/main" val="42792937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6674508-81D3-48CF-96BF-7FC60EAA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741994"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B4FF4E0-43D6-60F1-77C3-6FB19249DBCA}"/>
              </a:ext>
            </a:extLst>
          </p:cNvPr>
          <p:cNvSpPr>
            <a:spLocks noGrp="1"/>
          </p:cNvSpPr>
          <p:nvPr>
            <p:ph type="title"/>
          </p:nvPr>
        </p:nvSpPr>
        <p:spPr>
          <a:xfrm>
            <a:off x="1137034" y="609600"/>
            <a:ext cx="4784796" cy="1330840"/>
          </a:xfrm>
        </p:spPr>
        <p:txBody>
          <a:bodyPr>
            <a:normAutofit/>
          </a:bodyPr>
          <a:lstStyle/>
          <a:p>
            <a:r>
              <a:rPr lang="en-US" sz="3700" dirty="0"/>
              <a:t>Binary Classification Using Machine Learning </a:t>
            </a:r>
            <a:endParaRPr lang="en-SE" sz="3700" dirty="0"/>
          </a:p>
        </p:txBody>
      </p:sp>
      <p:sp>
        <p:nvSpPr>
          <p:cNvPr id="3" name="Content Placeholder 2">
            <a:extLst>
              <a:ext uri="{FF2B5EF4-FFF2-40B4-BE49-F238E27FC236}">
                <a16:creationId xmlns:a16="http://schemas.microsoft.com/office/drawing/2014/main" id="{03C3F7D3-4D5F-316C-BFD9-258FCA48BB62}"/>
              </a:ext>
            </a:extLst>
          </p:cNvPr>
          <p:cNvSpPr>
            <a:spLocks noGrp="1"/>
          </p:cNvSpPr>
          <p:nvPr>
            <p:ph idx="1"/>
          </p:nvPr>
        </p:nvSpPr>
        <p:spPr>
          <a:xfrm>
            <a:off x="1137034" y="2194102"/>
            <a:ext cx="4438036" cy="3908585"/>
          </a:xfrm>
        </p:spPr>
        <p:txBody>
          <a:bodyPr>
            <a:normAutofit/>
          </a:bodyPr>
          <a:lstStyle/>
          <a:p>
            <a:r>
              <a:rPr lang="en-US" sz="2000" dirty="0"/>
              <a:t>K-Nearest Neighbors (KNN) is a simple machine learning algorithm used for classification and regression. The basic idea behind KNN is that it makes predictions based on the </a:t>
            </a:r>
            <a:r>
              <a:rPr lang="en-US" sz="2000" b="1" dirty="0"/>
              <a:t>similarity</a:t>
            </a:r>
            <a:r>
              <a:rPr lang="en-US" sz="2000" dirty="0"/>
              <a:t> of data points.</a:t>
            </a:r>
            <a:endParaRPr lang="en-SE" sz="2000" dirty="0"/>
          </a:p>
        </p:txBody>
      </p:sp>
      <p:pic>
        <p:nvPicPr>
          <p:cNvPr id="5" name="Picture 4">
            <a:extLst>
              <a:ext uri="{FF2B5EF4-FFF2-40B4-BE49-F238E27FC236}">
                <a16:creationId xmlns:a16="http://schemas.microsoft.com/office/drawing/2014/main" id="{52CBFC82-8FEF-3CDD-D45C-E3BC7CCB73D6}"/>
              </a:ext>
            </a:extLst>
          </p:cNvPr>
          <p:cNvPicPr>
            <a:picLocks noChangeAspect="1"/>
          </p:cNvPicPr>
          <p:nvPr/>
        </p:nvPicPr>
        <p:blipFill>
          <a:blip r:embed="rId3"/>
          <a:stretch>
            <a:fillRect/>
          </a:stretch>
        </p:blipFill>
        <p:spPr>
          <a:xfrm>
            <a:off x="6880610" y="1550970"/>
            <a:ext cx="4737650" cy="3778275"/>
          </a:xfrm>
          <a:prstGeom prst="rect">
            <a:avLst/>
          </a:prstGeom>
        </p:spPr>
      </p:pic>
    </p:spTree>
    <p:extLst>
      <p:ext uri="{BB962C8B-B14F-4D97-AF65-F5344CB8AC3E}">
        <p14:creationId xmlns:p14="http://schemas.microsoft.com/office/powerpoint/2010/main" val="29534763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4CF798D-C375-9A7D-A557-6C3B2DD18247}"/>
              </a:ext>
            </a:extLst>
          </p:cNvPr>
          <p:cNvSpPr>
            <a:spLocks noGrp="1"/>
          </p:cNvSpPr>
          <p:nvPr>
            <p:ph type="title"/>
          </p:nvPr>
        </p:nvSpPr>
        <p:spPr>
          <a:xfrm>
            <a:off x="1137034" y="609597"/>
            <a:ext cx="9392421" cy="1330841"/>
          </a:xfrm>
        </p:spPr>
        <p:txBody>
          <a:bodyPr>
            <a:normAutofit/>
          </a:bodyPr>
          <a:lstStyle/>
          <a:p>
            <a:r>
              <a:rPr lang="en-US"/>
              <a:t>Binary Classification Using Machine Learning </a:t>
            </a:r>
            <a:endParaRPr lang="en-SE" dirty="0"/>
          </a:p>
        </p:txBody>
      </p:sp>
      <p:sp>
        <p:nvSpPr>
          <p:cNvPr id="3" name="Content Placeholder 2">
            <a:extLst>
              <a:ext uri="{FF2B5EF4-FFF2-40B4-BE49-F238E27FC236}">
                <a16:creationId xmlns:a16="http://schemas.microsoft.com/office/drawing/2014/main" id="{59A80302-488D-E0AB-5D75-72D560A89B71}"/>
              </a:ext>
            </a:extLst>
          </p:cNvPr>
          <p:cNvSpPr>
            <a:spLocks noGrp="1"/>
          </p:cNvSpPr>
          <p:nvPr>
            <p:ph idx="1"/>
          </p:nvPr>
        </p:nvSpPr>
        <p:spPr>
          <a:xfrm>
            <a:off x="1137034" y="2198362"/>
            <a:ext cx="4958966" cy="3917773"/>
          </a:xfrm>
        </p:spPr>
        <p:txBody>
          <a:bodyPr>
            <a:normAutofit/>
          </a:bodyPr>
          <a:lstStyle/>
          <a:p>
            <a:pPr>
              <a:spcAft>
                <a:spcPts val="800"/>
              </a:spcAft>
            </a:pPr>
            <a:r>
              <a:rPr lang="en-SE" sz="1700" b="1" kern="100" dirty="0">
                <a:effectLst/>
                <a:latin typeface="Aptos" panose="020B0004020202020204" pitchFamily="34" charset="0"/>
                <a:ea typeface="Aptos" panose="020B0004020202020204" pitchFamily="34" charset="0"/>
                <a:cs typeface="Times New Roman" panose="02020603050405020304" pitchFamily="18" charset="0"/>
              </a:rPr>
              <a:t>In Summary:</a:t>
            </a:r>
            <a:endParaRPr lang="en-SE" sz="1700" kern="100" dirty="0">
              <a:effectLst/>
              <a:latin typeface="Aptos" panose="020B0004020202020204" pitchFamily="34" charset="0"/>
              <a:ea typeface="Aptos" panose="020B0004020202020204" pitchFamily="34" charset="0"/>
              <a:cs typeface="Times New Roman" panose="02020603050405020304" pitchFamily="18" charset="0"/>
            </a:endParaRPr>
          </a:p>
          <a:p>
            <a:pPr marL="0" lvl="0" indent="0">
              <a:spcAft>
                <a:spcPts val="800"/>
              </a:spcAft>
              <a:buSzPts val="1000"/>
              <a:buNone/>
              <a:tabLst>
                <a:tab pos="457200" algn="l"/>
              </a:tabLst>
            </a:pPr>
            <a:r>
              <a:rPr lang="en-SE" sz="1700" b="1" kern="100" dirty="0">
                <a:effectLst/>
                <a:latin typeface="Aptos" panose="020B0004020202020204" pitchFamily="34" charset="0"/>
                <a:ea typeface="Aptos" panose="020B0004020202020204" pitchFamily="34" charset="0"/>
                <a:cs typeface="Times New Roman" panose="02020603050405020304" pitchFamily="18" charset="0"/>
              </a:rPr>
              <a:t>SVM</a:t>
            </a:r>
            <a:r>
              <a:rPr lang="en-SE" sz="1700" kern="100" dirty="0">
                <a:effectLst/>
                <a:latin typeface="Aptos" panose="020B0004020202020204" pitchFamily="34" charset="0"/>
                <a:ea typeface="Aptos" panose="020B0004020202020204" pitchFamily="34" charset="0"/>
                <a:cs typeface="Times New Roman" panose="02020603050405020304" pitchFamily="18" charset="0"/>
              </a:rPr>
              <a:t>: Best for smaller datasets but slow with larger datasets.</a:t>
            </a:r>
          </a:p>
          <a:p>
            <a:pPr marL="0" lvl="0" indent="0">
              <a:spcAft>
                <a:spcPts val="800"/>
              </a:spcAft>
              <a:buSzPts val="1000"/>
              <a:buNone/>
              <a:tabLst>
                <a:tab pos="457200" algn="l"/>
              </a:tabLst>
            </a:pPr>
            <a:r>
              <a:rPr lang="en-SE" sz="1700" b="1" kern="100" dirty="0">
                <a:effectLst/>
                <a:latin typeface="Aptos" panose="020B0004020202020204" pitchFamily="34" charset="0"/>
                <a:ea typeface="Aptos" panose="020B0004020202020204" pitchFamily="34" charset="0"/>
                <a:cs typeface="Times New Roman" panose="02020603050405020304" pitchFamily="18" charset="0"/>
              </a:rPr>
              <a:t>Random Forest</a:t>
            </a:r>
            <a:r>
              <a:rPr lang="en-SE" sz="1700" kern="100" dirty="0">
                <a:effectLst/>
                <a:latin typeface="Aptos" panose="020B0004020202020204" pitchFamily="34" charset="0"/>
                <a:ea typeface="Aptos" panose="020B0004020202020204" pitchFamily="34" charset="0"/>
                <a:cs typeface="Times New Roman" panose="02020603050405020304" pitchFamily="18" charset="0"/>
              </a:rPr>
              <a:t>: Works well on large datasets, reduces overfitting, but is slow and complex.</a:t>
            </a:r>
          </a:p>
          <a:p>
            <a:pPr marL="0" lvl="0" indent="0">
              <a:spcAft>
                <a:spcPts val="800"/>
              </a:spcAft>
              <a:buSzPts val="1000"/>
              <a:buNone/>
              <a:tabLst>
                <a:tab pos="457200" algn="l"/>
              </a:tabLst>
            </a:pPr>
            <a:r>
              <a:rPr lang="en-SE" sz="1700" b="1" kern="100" dirty="0">
                <a:effectLst/>
                <a:latin typeface="Aptos" panose="020B0004020202020204" pitchFamily="34" charset="0"/>
                <a:ea typeface="Aptos" panose="020B0004020202020204" pitchFamily="34" charset="0"/>
                <a:cs typeface="Times New Roman" panose="02020603050405020304" pitchFamily="18" charset="0"/>
              </a:rPr>
              <a:t>Gradient Boosting</a:t>
            </a:r>
            <a:r>
              <a:rPr lang="en-SE" sz="1700" kern="100" dirty="0">
                <a:effectLst/>
                <a:latin typeface="Aptos" panose="020B0004020202020204" pitchFamily="34" charset="0"/>
                <a:ea typeface="Aptos" panose="020B0004020202020204" pitchFamily="34" charset="0"/>
                <a:cs typeface="Times New Roman" panose="02020603050405020304" pitchFamily="18" charset="0"/>
              </a:rPr>
              <a:t>: Often provides high accuracy but takes time to train and requires tuning.</a:t>
            </a:r>
          </a:p>
          <a:p>
            <a:pPr marL="0" lvl="0" indent="0">
              <a:spcAft>
                <a:spcPts val="800"/>
              </a:spcAft>
              <a:buSzPts val="1000"/>
              <a:buNone/>
              <a:tabLst>
                <a:tab pos="457200" algn="l"/>
              </a:tabLst>
            </a:pPr>
            <a:r>
              <a:rPr lang="en-SE" sz="1700" b="1" kern="100" dirty="0">
                <a:effectLst/>
                <a:latin typeface="Aptos" panose="020B0004020202020204" pitchFamily="34" charset="0"/>
                <a:ea typeface="Aptos" panose="020B0004020202020204" pitchFamily="34" charset="0"/>
                <a:cs typeface="Times New Roman" panose="02020603050405020304" pitchFamily="18" charset="0"/>
              </a:rPr>
              <a:t>KNN</a:t>
            </a:r>
            <a:r>
              <a:rPr lang="en-SE" sz="1700" kern="100" dirty="0">
                <a:effectLst/>
                <a:latin typeface="Aptos" panose="020B0004020202020204" pitchFamily="34" charset="0"/>
                <a:ea typeface="Aptos" panose="020B0004020202020204" pitchFamily="34" charset="0"/>
                <a:cs typeface="Times New Roman" panose="02020603050405020304" pitchFamily="18" charset="0"/>
              </a:rPr>
              <a:t>: Simple and intuitive, but can be slow and sensitive to data noise.</a:t>
            </a:r>
          </a:p>
          <a:p>
            <a:endParaRPr lang="en-SE" sz="1700" dirty="0"/>
          </a:p>
        </p:txBody>
      </p:sp>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3457927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A326A6-D02D-52F6-6220-EB34AE20D3CD}"/>
              </a:ext>
            </a:extLst>
          </p:cNvPr>
          <p:cNvSpPr>
            <a:spLocks noGrp="1"/>
          </p:cNvSpPr>
          <p:nvPr>
            <p:ph type="title"/>
          </p:nvPr>
        </p:nvSpPr>
        <p:spPr>
          <a:xfrm>
            <a:off x="621792" y="1161288"/>
            <a:ext cx="3602736" cy="4526280"/>
          </a:xfrm>
        </p:spPr>
        <p:txBody>
          <a:bodyPr>
            <a:normAutofit/>
          </a:bodyPr>
          <a:lstStyle/>
          <a:p>
            <a:r>
              <a:rPr lang="en-SE" sz="3700" b="1">
                <a:effectLst/>
                <a:latin typeface="Aptos" panose="020B0004020202020204" pitchFamily="34" charset="0"/>
                <a:ea typeface="Aptos" panose="020B0004020202020204" pitchFamily="34" charset="0"/>
                <a:cs typeface="Times New Roman" panose="02020603050405020304" pitchFamily="18" charset="0"/>
              </a:rPr>
              <a:t>Feature Selection and Dimensionality Reduction </a:t>
            </a:r>
            <a:endParaRPr lang="en-SE" sz="3700"/>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704123B5-0838-2437-4B41-E2E4AEE78CBA}"/>
              </a:ext>
            </a:extLst>
          </p:cNvPr>
          <p:cNvGraphicFramePr>
            <a:graphicFrameLocks noGrp="1"/>
          </p:cNvGraphicFramePr>
          <p:nvPr>
            <p:ph idx="1"/>
            <p:extLst>
              <p:ext uri="{D42A27DB-BD31-4B8C-83A1-F6EECF244321}">
                <p14:modId xmlns:p14="http://schemas.microsoft.com/office/powerpoint/2010/main" val="2602390246"/>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222894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Rectangle 26">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6EC0F6-A096-39F4-C672-68DB257C7491}"/>
              </a:ext>
            </a:extLst>
          </p:cNvPr>
          <p:cNvSpPr>
            <a:spLocks noGrp="1"/>
          </p:cNvSpPr>
          <p:nvPr>
            <p:ph type="title"/>
          </p:nvPr>
        </p:nvSpPr>
        <p:spPr>
          <a:xfrm>
            <a:off x="586478" y="1683756"/>
            <a:ext cx="3115265" cy="2396359"/>
          </a:xfrm>
        </p:spPr>
        <p:txBody>
          <a:bodyPr anchor="b">
            <a:normAutofit/>
          </a:bodyPr>
          <a:lstStyle/>
          <a:p>
            <a:pPr algn="r"/>
            <a:r>
              <a:rPr lang="en-SE" sz="3100" b="1">
                <a:solidFill>
                  <a:srgbClr val="FFFFFF"/>
                </a:solidFill>
                <a:effectLst/>
                <a:latin typeface="Aptos" panose="020B0004020202020204" pitchFamily="34" charset="0"/>
                <a:ea typeface="Aptos" panose="020B0004020202020204" pitchFamily="34" charset="0"/>
                <a:cs typeface="Times New Roman" panose="02020603050405020304" pitchFamily="18" charset="0"/>
              </a:rPr>
              <a:t>Feature Selection and Dimensionality Reduction </a:t>
            </a:r>
            <a:endParaRPr lang="en-SE" sz="3100">
              <a:solidFill>
                <a:srgbClr val="FFFFFF"/>
              </a:solidFill>
            </a:endParaRPr>
          </a:p>
        </p:txBody>
      </p:sp>
      <p:graphicFrame>
        <p:nvGraphicFramePr>
          <p:cNvPr id="28" name="Content Placeholder 2">
            <a:extLst>
              <a:ext uri="{FF2B5EF4-FFF2-40B4-BE49-F238E27FC236}">
                <a16:creationId xmlns:a16="http://schemas.microsoft.com/office/drawing/2014/main" id="{D802348B-9866-B9FF-7FE0-A3F3A95E2041}"/>
              </a:ext>
            </a:extLst>
          </p:cNvPr>
          <p:cNvGraphicFramePr>
            <a:graphicFrameLocks noGrp="1"/>
          </p:cNvGraphicFramePr>
          <p:nvPr>
            <p:ph idx="1"/>
            <p:extLst>
              <p:ext uri="{D42A27DB-BD31-4B8C-83A1-F6EECF244321}">
                <p14:modId xmlns:p14="http://schemas.microsoft.com/office/powerpoint/2010/main" val="717572905"/>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411200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E94583D-1D57-F589-1887-C59DA3121602}"/>
              </a:ext>
            </a:extLst>
          </p:cNvPr>
          <p:cNvPicPr>
            <a:picLocks noChangeAspect="1"/>
          </p:cNvPicPr>
          <p:nvPr/>
        </p:nvPicPr>
        <p:blipFill>
          <a:blip r:embed="rId3">
            <a:duotone>
              <a:schemeClr val="bg2">
                <a:shade val="45000"/>
                <a:satMod val="135000"/>
              </a:schemeClr>
              <a:prstClr val="white"/>
            </a:duotone>
          </a:blip>
          <a:src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F8EEB0-6B5B-02ED-8B00-18BF84E7D280}"/>
              </a:ext>
            </a:extLst>
          </p:cNvPr>
          <p:cNvSpPr>
            <a:spLocks noGrp="1"/>
          </p:cNvSpPr>
          <p:nvPr>
            <p:ph type="title"/>
          </p:nvPr>
        </p:nvSpPr>
        <p:spPr>
          <a:xfrm>
            <a:off x="838200" y="365125"/>
            <a:ext cx="10515600" cy="1325563"/>
          </a:xfrm>
        </p:spPr>
        <p:txBody>
          <a:bodyPr>
            <a:normAutofit/>
          </a:bodyPr>
          <a:lstStyle/>
          <a:p>
            <a:r>
              <a:rPr lang="en-SE" b="1">
                <a:effectLst/>
                <a:latin typeface="Aptos" panose="020B0004020202020204" pitchFamily="34" charset="0"/>
                <a:ea typeface="Aptos" panose="020B0004020202020204" pitchFamily="34" charset="0"/>
                <a:cs typeface="Times New Roman" panose="02020603050405020304" pitchFamily="18" charset="0"/>
              </a:rPr>
              <a:t>Feature Selection and Dimensionality Reduction </a:t>
            </a:r>
            <a:endParaRPr lang="en-SE"/>
          </a:p>
        </p:txBody>
      </p:sp>
      <p:graphicFrame>
        <p:nvGraphicFramePr>
          <p:cNvPr id="5" name="Content Placeholder 2">
            <a:extLst>
              <a:ext uri="{FF2B5EF4-FFF2-40B4-BE49-F238E27FC236}">
                <a16:creationId xmlns:a16="http://schemas.microsoft.com/office/drawing/2014/main" id="{BEA2F997-6D5B-7E81-8B98-7D60A53F2461}"/>
              </a:ext>
            </a:extLst>
          </p:cNvPr>
          <p:cNvGraphicFramePr>
            <a:graphicFrameLocks noGrp="1"/>
          </p:cNvGraphicFramePr>
          <p:nvPr>
            <p:ph idx="1"/>
            <p:extLst>
              <p:ext uri="{D42A27DB-BD31-4B8C-83A1-F6EECF244321}">
                <p14:modId xmlns:p14="http://schemas.microsoft.com/office/powerpoint/2010/main" val="56659309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0833783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48D0C1A-28A4-26A2-DF00-AC0FC06F0BF9}"/>
              </a:ext>
            </a:extLst>
          </p:cNvPr>
          <p:cNvPicPr>
            <a:picLocks noChangeAspect="1"/>
          </p:cNvPicPr>
          <p:nvPr/>
        </p:nvPicPr>
        <p:blipFill>
          <a:blip r:embed="rId3">
            <a:duotone>
              <a:schemeClr val="bg2">
                <a:shade val="45000"/>
                <a:satMod val="135000"/>
              </a:schemeClr>
              <a:prstClr val="white"/>
            </a:duotone>
          </a:blip>
          <a:srcRect t="14773" r="9091"/>
          <a:stretch/>
        </p:blipFill>
        <p:spPr>
          <a:xfrm>
            <a:off x="20" y="10"/>
            <a:ext cx="12191980" cy="6857990"/>
          </a:xfrm>
          <a:prstGeom prst="rect">
            <a:avLst/>
          </a:prstGeom>
        </p:spPr>
      </p:pic>
      <p:sp>
        <p:nvSpPr>
          <p:cNvPr id="52" name="Rectangle 51">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964B6B-3AA7-01D8-4CD3-C1BFB96D2CEE}"/>
              </a:ext>
            </a:extLst>
          </p:cNvPr>
          <p:cNvSpPr>
            <a:spLocks noGrp="1"/>
          </p:cNvSpPr>
          <p:nvPr>
            <p:ph type="title"/>
          </p:nvPr>
        </p:nvSpPr>
        <p:spPr>
          <a:xfrm>
            <a:off x="838200" y="365125"/>
            <a:ext cx="10515600" cy="1325563"/>
          </a:xfrm>
        </p:spPr>
        <p:txBody>
          <a:bodyPr>
            <a:normAutofit/>
          </a:bodyPr>
          <a:lstStyle/>
          <a:p>
            <a:r>
              <a:rPr lang="en-SE" b="1" dirty="0">
                <a:effectLst/>
                <a:latin typeface="Aptos" panose="020B0004020202020204" pitchFamily="34" charset="0"/>
                <a:ea typeface="Aptos" panose="020B0004020202020204" pitchFamily="34" charset="0"/>
                <a:cs typeface="Times New Roman" panose="02020603050405020304" pitchFamily="18" charset="0"/>
              </a:rPr>
              <a:t>Feature Selection and Dimensionality Reduction </a:t>
            </a:r>
            <a:endParaRPr lang="en-SE" dirty="0"/>
          </a:p>
        </p:txBody>
      </p:sp>
      <p:graphicFrame>
        <p:nvGraphicFramePr>
          <p:cNvPr id="32" name="Content Placeholder 2">
            <a:extLst>
              <a:ext uri="{FF2B5EF4-FFF2-40B4-BE49-F238E27FC236}">
                <a16:creationId xmlns:a16="http://schemas.microsoft.com/office/drawing/2014/main" id="{2E088256-1C8D-E0C7-3C65-0D6CC5E5E636}"/>
              </a:ext>
            </a:extLst>
          </p:cNvPr>
          <p:cNvGraphicFramePr>
            <a:graphicFrameLocks noGrp="1"/>
          </p:cNvGraphicFramePr>
          <p:nvPr>
            <p:ph idx="1"/>
            <p:extLst>
              <p:ext uri="{D42A27DB-BD31-4B8C-83A1-F6EECF244321}">
                <p14:modId xmlns:p14="http://schemas.microsoft.com/office/powerpoint/2010/main" val="100155098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4184685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6F0F7-9BF3-31FA-7AAE-622AB5C274CF}"/>
              </a:ext>
            </a:extLst>
          </p:cNvPr>
          <p:cNvSpPr>
            <a:spLocks noGrp="1"/>
          </p:cNvSpPr>
          <p:nvPr>
            <p:ph type="title"/>
          </p:nvPr>
        </p:nvSpPr>
        <p:spPr/>
        <p:txBody>
          <a:bodyPr/>
          <a:lstStyle/>
          <a:p>
            <a:endParaRPr lang="en-SE" dirty="0"/>
          </a:p>
        </p:txBody>
      </p:sp>
      <p:sp>
        <p:nvSpPr>
          <p:cNvPr id="3" name="Content Placeholder 2">
            <a:extLst>
              <a:ext uri="{FF2B5EF4-FFF2-40B4-BE49-F238E27FC236}">
                <a16:creationId xmlns:a16="http://schemas.microsoft.com/office/drawing/2014/main" id="{2221EEA0-A9C0-976D-929D-3FF549FCB8F9}"/>
              </a:ext>
            </a:extLst>
          </p:cNvPr>
          <p:cNvSpPr>
            <a:spLocks noGrp="1"/>
          </p:cNvSpPr>
          <p:nvPr>
            <p:ph idx="1"/>
          </p:nvPr>
        </p:nvSpPr>
        <p:spPr/>
        <p:txBody>
          <a:bodyPr/>
          <a:lstStyle/>
          <a:p>
            <a:pPr marL="0" indent="0">
              <a:buNone/>
            </a:pPr>
            <a:r>
              <a:rPr lang="en-US" b="1" dirty="0"/>
              <a:t>                           </a:t>
            </a:r>
          </a:p>
          <a:p>
            <a:pPr marL="0" indent="0">
              <a:buNone/>
            </a:pPr>
            <a:endParaRPr lang="en-US" b="1" dirty="0"/>
          </a:p>
          <a:p>
            <a:pPr marL="0" indent="0">
              <a:buNone/>
            </a:pPr>
            <a:endParaRPr lang="en-US" b="1" dirty="0"/>
          </a:p>
          <a:p>
            <a:pPr marL="0" indent="0">
              <a:buNone/>
            </a:pPr>
            <a:r>
              <a:rPr lang="en-US" b="1" dirty="0"/>
              <a:t>		</a:t>
            </a:r>
            <a:r>
              <a:rPr lang="en-US" sz="3800" b="1" dirty="0"/>
              <a:t>Thank you for your attention </a:t>
            </a:r>
            <a:endParaRPr lang="en-SE" sz="3800" b="1" dirty="0"/>
          </a:p>
        </p:txBody>
      </p:sp>
    </p:spTree>
    <p:extLst>
      <p:ext uri="{BB962C8B-B14F-4D97-AF65-F5344CB8AC3E}">
        <p14:creationId xmlns:p14="http://schemas.microsoft.com/office/powerpoint/2010/main" val="15233599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LTU-Theme">
  <a:themeElements>
    <a:clrScheme name="LTU Template Colours - Blue Background">
      <a:dk1>
        <a:srgbClr val="13345E"/>
      </a:dk1>
      <a:lt1>
        <a:srgbClr val="FFFFFF"/>
      </a:lt1>
      <a:dk2>
        <a:srgbClr val="032040"/>
      </a:dk2>
      <a:lt2>
        <a:srgbClr val="E2EEF7"/>
      </a:lt2>
      <a:accent1>
        <a:srgbClr val="0C5089"/>
      </a:accent1>
      <a:accent2>
        <a:srgbClr val="106DBA"/>
      </a:accent2>
      <a:accent3>
        <a:srgbClr val="1587E7"/>
      </a:accent3>
      <a:accent4>
        <a:srgbClr val="34B3FF"/>
      </a:accent4>
      <a:accent5>
        <a:srgbClr val="9ECFF5"/>
      </a:accent5>
      <a:accent6>
        <a:srgbClr val="81A6BF"/>
      </a:accent6>
      <a:hlink>
        <a:srgbClr val="65B3FE"/>
      </a:hlink>
      <a:folHlink>
        <a:srgbClr val="8EABD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88A5BD"/>
        </a:solidFill>
        <a:ln>
          <a:noFill/>
        </a:ln>
        <a:effectLst/>
      </a:spPr>
      <a:bodyPr rtlCol="0" anchor="ctr"/>
      <a:lstStyle>
        <a:defPPr algn="ctr">
          <a:defRPr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A8BFDA"/>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Presentation7" id="{72226A74-1923-CD4E-977A-CC2552D7AD13}" vid="{0B108162-FC26-B84C-BF29-1FF33D6E73D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787</TotalTime>
  <Words>1576</Words>
  <Application>Microsoft Office PowerPoint</Application>
  <PresentationFormat>Widescreen</PresentationFormat>
  <Paragraphs>143</Paragraphs>
  <Slides>25</Slides>
  <Notes>23</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25</vt:i4>
      </vt:variant>
    </vt:vector>
  </HeadingPairs>
  <TitlesOfParts>
    <vt:vector size="35" baseType="lpstr">
      <vt:lpstr>Aptos</vt:lpstr>
      <vt:lpstr>Aptos Display</vt:lpstr>
      <vt:lpstr>Arial</vt:lpstr>
      <vt:lpstr>Arial Black</vt:lpstr>
      <vt:lpstr>Calibri</vt:lpstr>
      <vt:lpstr>Courier New</vt:lpstr>
      <vt:lpstr>Helvetica Neue Light</vt:lpstr>
      <vt:lpstr>Wingdings</vt:lpstr>
      <vt:lpstr>Office Theme</vt:lpstr>
      <vt:lpstr>LTU-Theme</vt:lpstr>
      <vt:lpstr>Assignment- Analysis of Local Track Discontinuities in Railway </vt:lpstr>
      <vt:lpstr>What Students Will Learn</vt:lpstr>
      <vt:lpstr>Skills Students Will Gain</vt:lpstr>
      <vt:lpstr>PowerPoint Presentation</vt:lpstr>
      <vt:lpstr>PowerPoint Presentation</vt:lpstr>
      <vt:lpstr>Acceleration Sensor Data and Feature Extraction</vt:lpstr>
      <vt:lpstr>Acceleration Sensor Data and Feature Extraction</vt:lpstr>
      <vt:lpstr>Acceleration Sensor Data and Feature Extraction</vt:lpstr>
      <vt:lpstr>Acceleration Sensor Data and Feature Extraction</vt:lpstr>
      <vt:lpstr>Acceleration Sensor Data and Feature Extraction</vt:lpstr>
      <vt:lpstr>Acceleration Sensor Data and Feature Extraction</vt:lpstr>
      <vt:lpstr>Acceleration Sensor Data and Feature Extraction</vt:lpstr>
      <vt:lpstr>Acceleration Sensor Data and Feature Extraction</vt:lpstr>
      <vt:lpstr>Data Preprocessing</vt:lpstr>
      <vt:lpstr>Evaluating SVM Performance: 80/20 Train-Test Split vs. K-Fold Cross-Validation</vt:lpstr>
      <vt:lpstr>Binary Classification Using Machine Learning </vt:lpstr>
      <vt:lpstr>Binary Classification Using Machine Learning </vt:lpstr>
      <vt:lpstr>Binary Classification Using Machine Learning </vt:lpstr>
      <vt:lpstr>Binary Classification Using Machine Learning </vt:lpstr>
      <vt:lpstr>Binary Classification Using Machine Learning </vt:lpstr>
      <vt:lpstr>Feature Selection and Dimensionality Reduction </vt:lpstr>
      <vt:lpstr>Feature Selection and Dimensionality Reduction </vt:lpstr>
      <vt:lpstr>Feature Selection and Dimensionality Reduction </vt:lpstr>
      <vt:lpstr>Feature Selection and Dimensionality Reduction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Mohammed Amin Adoul</dc:creator>
  <cp:lastModifiedBy>Mohammed Amin Adoul</cp:lastModifiedBy>
  <cp:revision>2</cp:revision>
  <dcterms:created xsi:type="dcterms:W3CDTF">2025-02-19T15:22:23Z</dcterms:created>
  <dcterms:modified xsi:type="dcterms:W3CDTF">2025-07-07T10:54:23Z</dcterms:modified>
</cp:coreProperties>
</file>